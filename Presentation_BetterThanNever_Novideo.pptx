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61" r:id="rId4"/>
    <p:sldId id="262" r:id="rId5"/>
    <p:sldId id="265" r:id="rId6"/>
    <p:sldId id="268" r:id="rId7"/>
    <p:sldId id="269" r:id="rId8"/>
    <p:sldId id="263" r:id="rId9"/>
    <p:sldId id="264" r:id="rId10"/>
  </p:sldIdLst>
  <p:sldSz cx="18288000" cy="10287000"/>
  <p:notesSz cx="6858000" cy="9144000"/>
  <p:embeddedFontLst>
    <p:embeddedFont>
      <p:font typeface="Garet" pitchFamily="2" charset="0"/>
      <p:regular r:id="rId11"/>
    </p:embeddedFont>
    <p:embeddedFont>
      <p:font typeface="Garet Bold" pitchFamily="2" charset="0"/>
      <p:regular r:id="rId12"/>
      <p:bold r:id="rId13"/>
    </p:embeddedFont>
    <p:embeddedFont>
      <p:font typeface="Garet Italics" pitchFamily="2" charset="0"/>
      <p:regular r:id="rId14"/>
      <p:italic r:id="rId15"/>
    </p:embeddedFont>
    <p:embeddedFont>
      <p:font typeface="Poppins" pitchFamily="2" charset="0"/>
      <p:regular r:id="rId16"/>
      <p:bold r:id="rId17"/>
      <p:italic r:id="rId18"/>
      <p:boldItalic r:id="rId19"/>
    </p:embeddedFont>
    <p:embeddedFont>
      <p:font typeface="Poppins Bold" pitchFamily="2" charset="0"/>
      <p:regular r:id="rId20"/>
      <p:bold r:id="rId21"/>
    </p:embeddedFont>
    <p:embeddedFont>
      <p:font typeface="Telegraf Bold" pitchFamily="2" charset="0"/>
      <p:regular r:id="rId22"/>
      <p:bold r:id="rId23"/>
    </p:embeddedFont>
    <p:embeddedFont>
      <p:font typeface="Telegraf Heavy" pitchFamily="2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E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911" autoAdjust="0"/>
    <p:restoredTop sz="94298" autoAdjust="0"/>
  </p:normalViewPr>
  <p:slideViewPr>
    <p:cSldViewPr>
      <p:cViewPr>
        <p:scale>
          <a:sx n="22" d="100"/>
          <a:sy n="22" d="100"/>
        </p:scale>
        <p:origin x="1224" y="14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9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jpe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20906" y="7638820"/>
            <a:ext cx="3579538" cy="1619480"/>
            <a:chOff x="0" y="0"/>
            <a:chExt cx="942759" cy="4265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2759" cy="426530"/>
            </a:xfrm>
            <a:custGeom>
              <a:avLst/>
              <a:gdLst/>
              <a:ahLst/>
              <a:cxnLst/>
              <a:rect l="l" t="t" r="r" b="b"/>
              <a:pathLst>
                <a:path w="942759" h="426530">
                  <a:moveTo>
                    <a:pt x="110304" y="0"/>
                  </a:moveTo>
                  <a:lnTo>
                    <a:pt x="832455" y="0"/>
                  </a:lnTo>
                  <a:cubicBezTo>
                    <a:pt x="893374" y="0"/>
                    <a:pt x="942759" y="49385"/>
                    <a:pt x="942759" y="110304"/>
                  </a:cubicBezTo>
                  <a:lnTo>
                    <a:pt x="942759" y="316225"/>
                  </a:lnTo>
                  <a:cubicBezTo>
                    <a:pt x="942759" y="377145"/>
                    <a:pt x="893374" y="426530"/>
                    <a:pt x="832455" y="426530"/>
                  </a:cubicBezTo>
                  <a:lnTo>
                    <a:pt x="110304" y="426530"/>
                  </a:lnTo>
                  <a:cubicBezTo>
                    <a:pt x="49385" y="426530"/>
                    <a:pt x="0" y="377145"/>
                    <a:pt x="0" y="316225"/>
                  </a:cubicBezTo>
                  <a:lnTo>
                    <a:pt x="0" y="110304"/>
                  </a:lnTo>
                  <a:cubicBezTo>
                    <a:pt x="0" y="49385"/>
                    <a:pt x="49385" y="0"/>
                    <a:pt x="110304" y="0"/>
                  </a:cubicBezTo>
                  <a:close/>
                </a:path>
              </a:pathLst>
            </a:custGeom>
            <a:solidFill>
              <a:srgbClr val="DDDDD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42759" cy="464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372552" y="5148262"/>
            <a:ext cx="4758690" cy="5298758"/>
            <a:chOff x="0" y="0"/>
            <a:chExt cx="6344920" cy="7065010"/>
          </a:xfrm>
        </p:grpSpPr>
        <p:sp>
          <p:nvSpPr>
            <p:cNvPr id="6" name="Freeform 6"/>
            <p:cNvSpPr/>
            <p:nvPr/>
          </p:nvSpPr>
          <p:spPr>
            <a:xfrm>
              <a:off x="49530" y="49530"/>
              <a:ext cx="6249670" cy="6965950"/>
            </a:xfrm>
            <a:custGeom>
              <a:avLst/>
              <a:gdLst/>
              <a:ahLst/>
              <a:cxnLst/>
              <a:rect l="l" t="t" r="r" b="b"/>
              <a:pathLst>
                <a:path w="6249670" h="6965950">
                  <a:moveTo>
                    <a:pt x="5380990" y="6565900"/>
                  </a:moveTo>
                  <a:cubicBezTo>
                    <a:pt x="5496560" y="6019800"/>
                    <a:pt x="5516880" y="5914390"/>
                    <a:pt x="5533390" y="5773420"/>
                  </a:cubicBezTo>
                  <a:cubicBezTo>
                    <a:pt x="5554980" y="5593080"/>
                    <a:pt x="5575300" y="5354320"/>
                    <a:pt x="5582920" y="5153660"/>
                  </a:cubicBezTo>
                  <a:cubicBezTo>
                    <a:pt x="5589270" y="4965700"/>
                    <a:pt x="5623560" y="4766310"/>
                    <a:pt x="5579110" y="4607560"/>
                  </a:cubicBezTo>
                  <a:cubicBezTo>
                    <a:pt x="5541010" y="4469130"/>
                    <a:pt x="5461000" y="4335780"/>
                    <a:pt x="5364480" y="4244340"/>
                  </a:cubicBezTo>
                  <a:cubicBezTo>
                    <a:pt x="5270500" y="4156710"/>
                    <a:pt x="5166360" y="4123690"/>
                    <a:pt x="5011420" y="4065270"/>
                  </a:cubicBezTo>
                  <a:cubicBezTo>
                    <a:pt x="4744720" y="3966210"/>
                    <a:pt x="4241800" y="3865880"/>
                    <a:pt x="3879850" y="3785870"/>
                  </a:cubicBezTo>
                  <a:cubicBezTo>
                    <a:pt x="3547110" y="3713480"/>
                    <a:pt x="3181350" y="3663950"/>
                    <a:pt x="2919730" y="3602990"/>
                  </a:cubicBezTo>
                  <a:cubicBezTo>
                    <a:pt x="2735580" y="3559810"/>
                    <a:pt x="2621280" y="3533140"/>
                    <a:pt x="2453640" y="3474720"/>
                  </a:cubicBezTo>
                  <a:cubicBezTo>
                    <a:pt x="2244090" y="3401060"/>
                    <a:pt x="1960880" y="3285490"/>
                    <a:pt x="1765300" y="3176270"/>
                  </a:cubicBezTo>
                  <a:cubicBezTo>
                    <a:pt x="1606550" y="3086100"/>
                    <a:pt x="1482090" y="2995930"/>
                    <a:pt x="1356360" y="2887980"/>
                  </a:cubicBezTo>
                  <a:cubicBezTo>
                    <a:pt x="1230630" y="2780030"/>
                    <a:pt x="1113790" y="2654300"/>
                    <a:pt x="1009650" y="2524760"/>
                  </a:cubicBezTo>
                  <a:cubicBezTo>
                    <a:pt x="906780" y="2396490"/>
                    <a:pt x="819150" y="2259330"/>
                    <a:pt x="736600" y="2114550"/>
                  </a:cubicBezTo>
                  <a:cubicBezTo>
                    <a:pt x="648970" y="1963420"/>
                    <a:pt x="586740" y="1817370"/>
                    <a:pt x="502920" y="1634490"/>
                  </a:cubicBezTo>
                  <a:cubicBezTo>
                    <a:pt x="396240" y="1399540"/>
                    <a:pt x="240030" y="1047750"/>
                    <a:pt x="153670" y="819150"/>
                  </a:cubicBezTo>
                  <a:cubicBezTo>
                    <a:pt x="92710" y="659130"/>
                    <a:pt x="35560" y="496570"/>
                    <a:pt x="13970" y="403860"/>
                  </a:cubicBezTo>
                  <a:cubicBezTo>
                    <a:pt x="3810" y="360680"/>
                    <a:pt x="0" y="336550"/>
                    <a:pt x="1270" y="303530"/>
                  </a:cubicBezTo>
                  <a:cubicBezTo>
                    <a:pt x="2540" y="270510"/>
                    <a:pt x="8890" y="234950"/>
                    <a:pt x="21590" y="204470"/>
                  </a:cubicBezTo>
                  <a:cubicBezTo>
                    <a:pt x="33020" y="172720"/>
                    <a:pt x="50800" y="142240"/>
                    <a:pt x="72390" y="116840"/>
                  </a:cubicBezTo>
                  <a:cubicBezTo>
                    <a:pt x="92710" y="90170"/>
                    <a:pt x="119380" y="67310"/>
                    <a:pt x="148590" y="49530"/>
                  </a:cubicBezTo>
                  <a:cubicBezTo>
                    <a:pt x="176530" y="31750"/>
                    <a:pt x="209550" y="17780"/>
                    <a:pt x="241300" y="10160"/>
                  </a:cubicBezTo>
                  <a:cubicBezTo>
                    <a:pt x="274320" y="2540"/>
                    <a:pt x="309880" y="0"/>
                    <a:pt x="342900" y="2540"/>
                  </a:cubicBezTo>
                  <a:cubicBezTo>
                    <a:pt x="375920" y="6350"/>
                    <a:pt x="410210" y="15240"/>
                    <a:pt x="440690" y="27940"/>
                  </a:cubicBezTo>
                  <a:cubicBezTo>
                    <a:pt x="471170" y="41910"/>
                    <a:pt x="501650" y="60960"/>
                    <a:pt x="525780" y="83820"/>
                  </a:cubicBezTo>
                  <a:cubicBezTo>
                    <a:pt x="551180" y="106680"/>
                    <a:pt x="572770" y="134620"/>
                    <a:pt x="589280" y="163830"/>
                  </a:cubicBezTo>
                  <a:cubicBezTo>
                    <a:pt x="604520" y="193040"/>
                    <a:pt x="617220" y="226060"/>
                    <a:pt x="623570" y="259080"/>
                  </a:cubicBezTo>
                  <a:cubicBezTo>
                    <a:pt x="628650" y="292100"/>
                    <a:pt x="629920" y="327660"/>
                    <a:pt x="624840" y="360680"/>
                  </a:cubicBezTo>
                  <a:cubicBezTo>
                    <a:pt x="619760" y="393700"/>
                    <a:pt x="609600" y="426720"/>
                    <a:pt x="594360" y="457200"/>
                  </a:cubicBezTo>
                  <a:cubicBezTo>
                    <a:pt x="579120" y="486410"/>
                    <a:pt x="557530" y="515620"/>
                    <a:pt x="534670" y="538480"/>
                  </a:cubicBezTo>
                  <a:cubicBezTo>
                    <a:pt x="510540" y="562610"/>
                    <a:pt x="481330" y="582930"/>
                    <a:pt x="450850" y="596900"/>
                  </a:cubicBezTo>
                  <a:cubicBezTo>
                    <a:pt x="421640" y="612140"/>
                    <a:pt x="387350" y="622300"/>
                    <a:pt x="354330" y="626110"/>
                  </a:cubicBezTo>
                  <a:cubicBezTo>
                    <a:pt x="321310" y="629920"/>
                    <a:pt x="285750" y="628650"/>
                    <a:pt x="252730" y="622300"/>
                  </a:cubicBezTo>
                  <a:cubicBezTo>
                    <a:pt x="219710" y="615950"/>
                    <a:pt x="186690" y="603250"/>
                    <a:pt x="157480" y="586740"/>
                  </a:cubicBezTo>
                  <a:cubicBezTo>
                    <a:pt x="128270" y="570230"/>
                    <a:pt x="101600" y="547370"/>
                    <a:pt x="78740" y="521970"/>
                  </a:cubicBezTo>
                  <a:cubicBezTo>
                    <a:pt x="57150" y="497840"/>
                    <a:pt x="38100" y="467360"/>
                    <a:pt x="25400" y="436880"/>
                  </a:cubicBezTo>
                  <a:cubicBezTo>
                    <a:pt x="12700" y="405130"/>
                    <a:pt x="3810" y="370840"/>
                    <a:pt x="1270" y="337820"/>
                  </a:cubicBezTo>
                  <a:cubicBezTo>
                    <a:pt x="0" y="304800"/>
                    <a:pt x="2540" y="269240"/>
                    <a:pt x="11430" y="236220"/>
                  </a:cubicBezTo>
                  <a:cubicBezTo>
                    <a:pt x="19050" y="204470"/>
                    <a:pt x="34290" y="171450"/>
                    <a:pt x="52070" y="143510"/>
                  </a:cubicBezTo>
                  <a:cubicBezTo>
                    <a:pt x="69850" y="115570"/>
                    <a:pt x="93980" y="90170"/>
                    <a:pt x="120650" y="68580"/>
                  </a:cubicBezTo>
                  <a:cubicBezTo>
                    <a:pt x="146050" y="48260"/>
                    <a:pt x="177800" y="30480"/>
                    <a:pt x="209550" y="20320"/>
                  </a:cubicBezTo>
                  <a:cubicBezTo>
                    <a:pt x="241300" y="8890"/>
                    <a:pt x="275590" y="2540"/>
                    <a:pt x="308610" y="1270"/>
                  </a:cubicBezTo>
                  <a:cubicBezTo>
                    <a:pt x="342900" y="1270"/>
                    <a:pt x="377190" y="6350"/>
                    <a:pt x="408940" y="16510"/>
                  </a:cubicBezTo>
                  <a:cubicBezTo>
                    <a:pt x="440690" y="26670"/>
                    <a:pt x="472440" y="43180"/>
                    <a:pt x="500380" y="62230"/>
                  </a:cubicBezTo>
                  <a:cubicBezTo>
                    <a:pt x="527050" y="82550"/>
                    <a:pt x="551180" y="107950"/>
                    <a:pt x="571500" y="134620"/>
                  </a:cubicBezTo>
                  <a:cubicBezTo>
                    <a:pt x="590550" y="162560"/>
                    <a:pt x="599440" y="184150"/>
                    <a:pt x="614680" y="226060"/>
                  </a:cubicBezTo>
                  <a:cubicBezTo>
                    <a:pt x="645160" y="304800"/>
                    <a:pt x="674370" y="466090"/>
                    <a:pt x="715010" y="585470"/>
                  </a:cubicBezTo>
                  <a:cubicBezTo>
                    <a:pt x="756920" y="706120"/>
                    <a:pt x="810260" y="819150"/>
                    <a:pt x="863600" y="943610"/>
                  </a:cubicBezTo>
                  <a:cubicBezTo>
                    <a:pt x="920750" y="1079500"/>
                    <a:pt x="984250" y="1228090"/>
                    <a:pt x="1049020" y="1367790"/>
                  </a:cubicBezTo>
                  <a:cubicBezTo>
                    <a:pt x="1113790" y="1504950"/>
                    <a:pt x="1179830" y="1649730"/>
                    <a:pt x="1252220" y="1776730"/>
                  </a:cubicBezTo>
                  <a:cubicBezTo>
                    <a:pt x="1318260" y="1893570"/>
                    <a:pt x="1384300" y="2001520"/>
                    <a:pt x="1463040" y="2103120"/>
                  </a:cubicBezTo>
                  <a:cubicBezTo>
                    <a:pt x="1539240" y="2202180"/>
                    <a:pt x="1619250" y="2296160"/>
                    <a:pt x="1715770" y="2379980"/>
                  </a:cubicBezTo>
                  <a:cubicBezTo>
                    <a:pt x="1817370" y="2468880"/>
                    <a:pt x="1929130" y="2545080"/>
                    <a:pt x="2061210" y="2621280"/>
                  </a:cubicBezTo>
                  <a:cubicBezTo>
                    <a:pt x="2221230" y="2712720"/>
                    <a:pt x="2443480" y="2813050"/>
                    <a:pt x="2616200" y="2875280"/>
                  </a:cubicBezTo>
                  <a:cubicBezTo>
                    <a:pt x="2760980" y="2927350"/>
                    <a:pt x="2858770" y="2950210"/>
                    <a:pt x="3026410" y="2985770"/>
                  </a:cubicBezTo>
                  <a:cubicBezTo>
                    <a:pt x="3285490" y="3041650"/>
                    <a:pt x="3709670" y="3084830"/>
                    <a:pt x="4029710" y="3147060"/>
                  </a:cubicBezTo>
                  <a:cubicBezTo>
                    <a:pt x="4326890" y="3205480"/>
                    <a:pt x="4630420" y="3279140"/>
                    <a:pt x="4885690" y="3342640"/>
                  </a:cubicBezTo>
                  <a:cubicBezTo>
                    <a:pt x="5092700" y="3395980"/>
                    <a:pt x="5276850" y="3417570"/>
                    <a:pt x="5445760" y="3498850"/>
                  </a:cubicBezTo>
                  <a:cubicBezTo>
                    <a:pt x="5609590" y="3577590"/>
                    <a:pt x="5763260" y="3684270"/>
                    <a:pt x="5885180" y="3817620"/>
                  </a:cubicBezTo>
                  <a:cubicBezTo>
                    <a:pt x="6013450" y="3957320"/>
                    <a:pt x="6132830" y="4147820"/>
                    <a:pt x="6191250" y="4325620"/>
                  </a:cubicBezTo>
                  <a:cubicBezTo>
                    <a:pt x="6247130" y="4494530"/>
                    <a:pt x="6238240" y="4668520"/>
                    <a:pt x="6243320" y="4855211"/>
                  </a:cubicBezTo>
                  <a:cubicBezTo>
                    <a:pt x="6249670" y="5064761"/>
                    <a:pt x="6236970" y="5294630"/>
                    <a:pt x="6216650" y="5523230"/>
                  </a:cubicBezTo>
                  <a:cubicBezTo>
                    <a:pt x="6195060" y="5768340"/>
                    <a:pt x="6154420" y="6054090"/>
                    <a:pt x="6113780" y="6278880"/>
                  </a:cubicBezTo>
                  <a:cubicBezTo>
                    <a:pt x="6082030" y="6463031"/>
                    <a:pt x="6042660" y="6687820"/>
                    <a:pt x="6007100" y="6775450"/>
                  </a:cubicBezTo>
                  <a:cubicBezTo>
                    <a:pt x="5993130" y="6811010"/>
                    <a:pt x="5981700" y="6822440"/>
                    <a:pt x="5963920" y="6842760"/>
                  </a:cubicBezTo>
                  <a:cubicBezTo>
                    <a:pt x="5947410" y="6864350"/>
                    <a:pt x="5927090" y="6883400"/>
                    <a:pt x="5906770" y="6898640"/>
                  </a:cubicBezTo>
                  <a:cubicBezTo>
                    <a:pt x="5885180" y="6915150"/>
                    <a:pt x="5861050" y="6927850"/>
                    <a:pt x="5836920" y="6939281"/>
                  </a:cubicBezTo>
                  <a:cubicBezTo>
                    <a:pt x="5812790" y="6949440"/>
                    <a:pt x="5786120" y="6957060"/>
                    <a:pt x="5759450" y="6960870"/>
                  </a:cubicBezTo>
                  <a:cubicBezTo>
                    <a:pt x="5734050" y="6964681"/>
                    <a:pt x="5706110" y="6965950"/>
                    <a:pt x="5679440" y="6964681"/>
                  </a:cubicBezTo>
                  <a:cubicBezTo>
                    <a:pt x="5652770" y="6962140"/>
                    <a:pt x="5626100" y="6955790"/>
                    <a:pt x="5600700" y="6948170"/>
                  </a:cubicBezTo>
                  <a:cubicBezTo>
                    <a:pt x="5575300" y="6939281"/>
                    <a:pt x="5551170" y="6927850"/>
                    <a:pt x="5528310" y="6913881"/>
                  </a:cubicBezTo>
                  <a:cubicBezTo>
                    <a:pt x="5506720" y="6898640"/>
                    <a:pt x="5485130" y="6882131"/>
                    <a:pt x="5466080" y="6863081"/>
                  </a:cubicBezTo>
                  <a:cubicBezTo>
                    <a:pt x="5448300" y="6842760"/>
                    <a:pt x="5431790" y="6821170"/>
                    <a:pt x="5417820" y="6798310"/>
                  </a:cubicBezTo>
                  <a:cubicBezTo>
                    <a:pt x="5405120" y="6775450"/>
                    <a:pt x="5394960" y="6750050"/>
                    <a:pt x="5387340" y="6724650"/>
                  </a:cubicBezTo>
                  <a:cubicBezTo>
                    <a:pt x="5379720" y="6699250"/>
                    <a:pt x="5375910" y="6671310"/>
                    <a:pt x="5374640" y="6644640"/>
                  </a:cubicBezTo>
                  <a:cubicBezTo>
                    <a:pt x="5373370" y="6619240"/>
                    <a:pt x="5380990" y="6565900"/>
                    <a:pt x="5380990" y="6565900"/>
                  </a:cubicBezTo>
                </a:path>
              </a:pathLst>
            </a:custGeom>
            <a:solidFill>
              <a:srgbClr val="002E3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7638820"/>
            <a:ext cx="6087406" cy="1619480"/>
            <a:chOff x="0" y="0"/>
            <a:chExt cx="1603267" cy="4265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03267" cy="426530"/>
            </a:xfrm>
            <a:custGeom>
              <a:avLst/>
              <a:gdLst/>
              <a:ahLst/>
              <a:cxnLst/>
              <a:rect l="l" t="t" r="r" b="b"/>
              <a:pathLst>
                <a:path w="1603267" h="426530">
                  <a:moveTo>
                    <a:pt x="64861" y="0"/>
                  </a:moveTo>
                  <a:lnTo>
                    <a:pt x="1538406" y="0"/>
                  </a:lnTo>
                  <a:cubicBezTo>
                    <a:pt x="1574228" y="0"/>
                    <a:pt x="1603267" y="29039"/>
                    <a:pt x="1603267" y="64861"/>
                  </a:cubicBezTo>
                  <a:lnTo>
                    <a:pt x="1603267" y="361668"/>
                  </a:lnTo>
                  <a:cubicBezTo>
                    <a:pt x="1603267" y="397490"/>
                    <a:pt x="1574228" y="426530"/>
                    <a:pt x="1538406" y="426530"/>
                  </a:cubicBezTo>
                  <a:lnTo>
                    <a:pt x="64861" y="426530"/>
                  </a:lnTo>
                  <a:cubicBezTo>
                    <a:pt x="47659" y="426530"/>
                    <a:pt x="31161" y="419696"/>
                    <a:pt x="18997" y="407532"/>
                  </a:cubicBezTo>
                  <a:cubicBezTo>
                    <a:pt x="6834" y="395368"/>
                    <a:pt x="0" y="378870"/>
                    <a:pt x="0" y="361668"/>
                  </a:cubicBezTo>
                  <a:lnTo>
                    <a:pt x="0" y="64861"/>
                  </a:lnTo>
                  <a:cubicBezTo>
                    <a:pt x="0" y="29039"/>
                    <a:pt x="29039" y="0"/>
                    <a:pt x="64861" y="0"/>
                  </a:cubicBezTo>
                  <a:close/>
                </a:path>
              </a:pathLst>
            </a:custGeom>
            <a:solidFill>
              <a:srgbClr val="FFBB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03267" cy="464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048548" y="5769292"/>
            <a:ext cx="3449955" cy="5068253"/>
            <a:chOff x="0" y="0"/>
            <a:chExt cx="4599940" cy="6757670"/>
          </a:xfrm>
        </p:grpSpPr>
        <p:sp>
          <p:nvSpPr>
            <p:cNvPr id="11" name="Freeform 11"/>
            <p:cNvSpPr/>
            <p:nvPr/>
          </p:nvSpPr>
          <p:spPr>
            <a:xfrm>
              <a:off x="25400" y="49530"/>
              <a:ext cx="4525010" cy="6658610"/>
            </a:xfrm>
            <a:custGeom>
              <a:avLst/>
              <a:gdLst/>
              <a:ahLst/>
              <a:cxnLst/>
              <a:rect l="l" t="t" r="r" b="b"/>
              <a:pathLst>
                <a:path w="4525010" h="6658610">
                  <a:moveTo>
                    <a:pt x="4114800" y="834390"/>
                  </a:moveTo>
                  <a:cubicBezTo>
                    <a:pt x="3242310" y="687070"/>
                    <a:pt x="3097530" y="694690"/>
                    <a:pt x="2970530" y="739140"/>
                  </a:cubicBezTo>
                  <a:cubicBezTo>
                    <a:pt x="2856230" y="778510"/>
                    <a:pt x="2726690" y="838200"/>
                    <a:pt x="2670810" y="928370"/>
                  </a:cubicBezTo>
                  <a:cubicBezTo>
                    <a:pt x="2616200" y="1018540"/>
                    <a:pt x="2612390" y="1168400"/>
                    <a:pt x="2639060" y="1276350"/>
                  </a:cubicBezTo>
                  <a:cubicBezTo>
                    <a:pt x="2665730" y="1386840"/>
                    <a:pt x="2774950" y="1473200"/>
                    <a:pt x="2834640" y="1583690"/>
                  </a:cubicBezTo>
                  <a:cubicBezTo>
                    <a:pt x="2898140" y="1703070"/>
                    <a:pt x="2961640" y="1835150"/>
                    <a:pt x="3003550" y="1972310"/>
                  </a:cubicBezTo>
                  <a:cubicBezTo>
                    <a:pt x="3049270" y="2114550"/>
                    <a:pt x="3094990" y="2272030"/>
                    <a:pt x="3094990" y="2424430"/>
                  </a:cubicBezTo>
                  <a:cubicBezTo>
                    <a:pt x="3093720" y="2579370"/>
                    <a:pt x="3046730" y="2759710"/>
                    <a:pt x="2992120" y="2896870"/>
                  </a:cubicBezTo>
                  <a:cubicBezTo>
                    <a:pt x="2946400" y="3013710"/>
                    <a:pt x="2886710" y="3100070"/>
                    <a:pt x="2809240" y="3200400"/>
                  </a:cubicBezTo>
                  <a:cubicBezTo>
                    <a:pt x="2715260" y="3321050"/>
                    <a:pt x="2576830" y="3460750"/>
                    <a:pt x="2458720" y="3559810"/>
                  </a:cubicBezTo>
                  <a:cubicBezTo>
                    <a:pt x="2355850" y="3643630"/>
                    <a:pt x="2274570" y="3700780"/>
                    <a:pt x="2145030" y="3765550"/>
                  </a:cubicBezTo>
                  <a:cubicBezTo>
                    <a:pt x="1964690" y="3858260"/>
                    <a:pt x="1658620" y="3938270"/>
                    <a:pt x="1456690" y="4020820"/>
                  </a:cubicBezTo>
                  <a:cubicBezTo>
                    <a:pt x="1294130" y="4086860"/>
                    <a:pt x="1134110" y="4124960"/>
                    <a:pt x="1022350" y="4215130"/>
                  </a:cubicBezTo>
                  <a:cubicBezTo>
                    <a:pt x="924560" y="4293870"/>
                    <a:pt x="850900" y="4403090"/>
                    <a:pt x="805180" y="4511040"/>
                  </a:cubicBezTo>
                  <a:cubicBezTo>
                    <a:pt x="760730" y="4612640"/>
                    <a:pt x="748030" y="4730750"/>
                    <a:pt x="748030" y="4842510"/>
                  </a:cubicBezTo>
                  <a:cubicBezTo>
                    <a:pt x="748030" y="4955540"/>
                    <a:pt x="753110" y="5078730"/>
                    <a:pt x="803910" y="5186680"/>
                  </a:cubicBezTo>
                  <a:cubicBezTo>
                    <a:pt x="862330" y="5312410"/>
                    <a:pt x="990600" y="5452110"/>
                    <a:pt x="1106170" y="5537200"/>
                  </a:cubicBezTo>
                  <a:cubicBezTo>
                    <a:pt x="1212850" y="5615940"/>
                    <a:pt x="1336040" y="5646420"/>
                    <a:pt x="1465580" y="5694680"/>
                  </a:cubicBezTo>
                  <a:cubicBezTo>
                    <a:pt x="1611630" y="5749290"/>
                    <a:pt x="1781810" y="5802630"/>
                    <a:pt x="1939290" y="5843270"/>
                  </a:cubicBezTo>
                  <a:cubicBezTo>
                    <a:pt x="2091690" y="5882640"/>
                    <a:pt x="2240280" y="5909310"/>
                    <a:pt x="2395220" y="5935980"/>
                  </a:cubicBezTo>
                  <a:cubicBezTo>
                    <a:pt x="2555240" y="5962650"/>
                    <a:pt x="2785110" y="5976620"/>
                    <a:pt x="2886710" y="5999480"/>
                  </a:cubicBezTo>
                  <a:cubicBezTo>
                    <a:pt x="2933700" y="6009640"/>
                    <a:pt x="2957830" y="6014720"/>
                    <a:pt x="2988310" y="6031230"/>
                  </a:cubicBezTo>
                  <a:cubicBezTo>
                    <a:pt x="3020060" y="6046470"/>
                    <a:pt x="3050540" y="6069330"/>
                    <a:pt x="3075940" y="6093460"/>
                  </a:cubicBezTo>
                  <a:cubicBezTo>
                    <a:pt x="3100070" y="6118860"/>
                    <a:pt x="3121660" y="6149340"/>
                    <a:pt x="3136900" y="6181090"/>
                  </a:cubicBezTo>
                  <a:cubicBezTo>
                    <a:pt x="3152140" y="6212840"/>
                    <a:pt x="3163570" y="6248400"/>
                    <a:pt x="3168650" y="6283960"/>
                  </a:cubicBezTo>
                  <a:cubicBezTo>
                    <a:pt x="3172460" y="6318250"/>
                    <a:pt x="3171190" y="6356350"/>
                    <a:pt x="3164840" y="6390640"/>
                  </a:cubicBezTo>
                  <a:cubicBezTo>
                    <a:pt x="3157220" y="6424930"/>
                    <a:pt x="3144520" y="6460490"/>
                    <a:pt x="3126740" y="6490970"/>
                  </a:cubicBezTo>
                  <a:cubicBezTo>
                    <a:pt x="3110230" y="6521450"/>
                    <a:pt x="3086100" y="6550660"/>
                    <a:pt x="3059430" y="6573520"/>
                  </a:cubicBezTo>
                  <a:cubicBezTo>
                    <a:pt x="3032760" y="6597650"/>
                    <a:pt x="3001010" y="6616700"/>
                    <a:pt x="2969260" y="6630670"/>
                  </a:cubicBezTo>
                  <a:cubicBezTo>
                    <a:pt x="2936240" y="6644640"/>
                    <a:pt x="2900680" y="6653530"/>
                    <a:pt x="2865120" y="6656070"/>
                  </a:cubicBezTo>
                  <a:cubicBezTo>
                    <a:pt x="2829560" y="6658610"/>
                    <a:pt x="2792730" y="6656070"/>
                    <a:pt x="2758440" y="6647180"/>
                  </a:cubicBezTo>
                  <a:cubicBezTo>
                    <a:pt x="2724150" y="6638290"/>
                    <a:pt x="2689860" y="6623050"/>
                    <a:pt x="2660650" y="6604000"/>
                  </a:cubicBezTo>
                  <a:cubicBezTo>
                    <a:pt x="2631440" y="6584950"/>
                    <a:pt x="2603500" y="6559550"/>
                    <a:pt x="2580640" y="6531610"/>
                  </a:cubicBezTo>
                  <a:cubicBezTo>
                    <a:pt x="2559050" y="6504940"/>
                    <a:pt x="2541270" y="6471920"/>
                    <a:pt x="2528570" y="6438900"/>
                  </a:cubicBezTo>
                  <a:cubicBezTo>
                    <a:pt x="2517140" y="6405880"/>
                    <a:pt x="2510790" y="6369050"/>
                    <a:pt x="2509520" y="6333490"/>
                  </a:cubicBezTo>
                  <a:cubicBezTo>
                    <a:pt x="2508250" y="6297930"/>
                    <a:pt x="2513330" y="6261100"/>
                    <a:pt x="2524760" y="6226810"/>
                  </a:cubicBezTo>
                  <a:cubicBezTo>
                    <a:pt x="2534920" y="6193790"/>
                    <a:pt x="2551430" y="6160770"/>
                    <a:pt x="2573020" y="6131560"/>
                  </a:cubicBezTo>
                  <a:cubicBezTo>
                    <a:pt x="2593340" y="6103620"/>
                    <a:pt x="2620010" y="6076950"/>
                    <a:pt x="2649220" y="6056630"/>
                  </a:cubicBezTo>
                  <a:cubicBezTo>
                    <a:pt x="2677160" y="6036310"/>
                    <a:pt x="2711450" y="6019800"/>
                    <a:pt x="2744470" y="6009640"/>
                  </a:cubicBezTo>
                  <a:cubicBezTo>
                    <a:pt x="2778760" y="5999480"/>
                    <a:pt x="2815590" y="5994400"/>
                    <a:pt x="2851150" y="5995670"/>
                  </a:cubicBezTo>
                  <a:cubicBezTo>
                    <a:pt x="2886710" y="5996940"/>
                    <a:pt x="2923540" y="6004560"/>
                    <a:pt x="2956560" y="6015990"/>
                  </a:cubicBezTo>
                  <a:cubicBezTo>
                    <a:pt x="2989580" y="6028690"/>
                    <a:pt x="3021330" y="6047740"/>
                    <a:pt x="3049270" y="6069330"/>
                  </a:cubicBezTo>
                  <a:cubicBezTo>
                    <a:pt x="3075940" y="6092190"/>
                    <a:pt x="3101340" y="6120130"/>
                    <a:pt x="3120390" y="6149340"/>
                  </a:cubicBezTo>
                  <a:cubicBezTo>
                    <a:pt x="3138170" y="6179820"/>
                    <a:pt x="3153410" y="6214110"/>
                    <a:pt x="3161030" y="6248400"/>
                  </a:cubicBezTo>
                  <a:cubicBezTo>
                    <a:pt x="3169920" y="6282690"/>
                    <a:pt x="3172460" y="6319520"/>
                    <a:pt x="3169920" y="6355080"/>
                  </a:cubicBezTo>
                  <a:cubicBezTo>
                    <a:pt x="3166110" y="6390640"/>
                    <a:pt x="3157220" y="6426200"/>
                    <a:pt x="3143250" y="6459220"/>
                  </a:cubicBezTo>
                  <a:cubicBezTo>
                    <a:pt x="3129280" y="6490970"/>
                    <a:pt x="3108960" y="6522720"/>
                    <a:pt x="3084830" y="6548120"/>
                  </a:cubicBezTo>
                  <a:cubicBezTo>
                    <a:pt x="3061970" y="6574790"/>
                    <a:pt x="3031490" y="6597650"/>
                    <a:pt x="3001010" y="6615430"/>
                  </a:cubicBezTo>
                  <a:cubicBezTo>
                    <a:pt x="2970530" y="6631940"/>
                    <a:pt x="2934970" y="6644640"/>
                    <a:pt x="2900680" y="6650990"/>
                  </a:cubicBezTo>
                  <a:cubicBezTo>
                    <a:pt x="2866390" y="6658610"/>
                    <a:pt x="2847340" y="6657340"/>
                    <a:pt x="2794000" y="6653530"/>
                  </a:cubicBezTo>
                  <a:cubicBezTo>
                    <a:pt x="2625090" y="6642100"/>
                    <a:pt x="2048510" y="6544310"/>
                    <a:pt x="1757680" y="6483350"/>
                  </a:cubicBezTo>
                  <a:cubicBezTo>
                    <a:pt x="1540510" y="6437630"/>
                    <a:pt x="1374140" y="6395720"/>
                    <a:pt x="1196340" y="6337300"/>
                  </a:cubicBezTo>
                  <a:cubicBezTo>
                    <a:pt x="1029970" y="6282690"/>
                    <a:pt x="875030" y="6243320"/>
                    <a:pt x="723900" y="6145530"/>
                  </a:cubicBezTo>
                  <a:cubicBezTo>
                    <a:pt x="544830" y="6029960"/>
                    <a:pt x="331470" y="5845810"/>
                    <a:pt x="214630" y="5656580"/>
                  </a:cubicBezTo>
                  <a:cubicBezTo>
                    <a:pt x="104140" y="5477510"/>
                    <a:pt x="49530" y="5253990"/>
                    <a:pt x="25400" y="5050790"/>
                  </a:cubicBezTo>
                  <a:cubicBezTo>
                    <a:pt x="0" y="4856480"/>
                    <a:pt x="13970" y="4655820"/>
                    <a:pt x="57150" y="4466590"/>
                  </a:cubicBezTo>
                  <a:cubicBezTo>
                    <a:pt x="100330" y="4276090"/>
                    <a:pt x="181610" y="4067810"/>
                    <a:pt x="287020" y="3914140"/>
                  </a:cubicBezTo>
                  <a:cubicBezTo>
                    <a:pt x="382270" y="3774440"/>
                    <a:pt x="514350" y="3665220"/>
                    <a:pt x="646430" y="3572510"/>
                  </a:cubicBezTo>
                  <a:cubicBezTo>
                    <a:pt x="775970" y="3481070"/>
                    <a:pt x="923290" y="3421380"/>
                    <a:pt x="1069340" y="3360420"/>
                  </a:cubicBezTo>
                  <a:cubicBezTo>
                    <a:pt x="1217930" y="3298190"/>
                    <a:pt x="1388110" y="3256280"/>
                    <a:pt x="1529080" y="3202940"/>
                  </a:cubicBezTo>
                  <a:cubicBezTo>
                    <a:pt x="1652270" y="3157220"/>
                    <a:pt x="1764030" y="3129280"/>
                    <a:pt x="1870710" y="3061970"/>
                  </a:cubicBezTo>
                  <a:cubicBezTo>
                    <a:pt x="1985010" y="2989580"/>
                    <a:pt x="2108200" y="2881630"/>
                    <a:pt x="2189480" y="2778760"/>
                  </a:cubicBezTo>
                  <a:cubicBezTo>
                    <a:pt x="2263140" y="2686050"/>
                    <a:pt x="2336800" y="2589530"/>
                    <a:pt x="2352040" y="2481580"/>
                  </a:cubicBezTo>
                  <a:cubicBezTo>
                    <a:pt x="2367280" y="2368550"/>
                    <a:pt x="2316480" y="2247900"/>
                    <a:pt x="2265680" y="2113280"/>
                  </a:cubicBezTo>
                  <a:cubicBezTo>
                    <a:pt x="2198370" y="1929130"/>
                    <a:pt x="2000250" y="1686560"/>
                    <a:pt x="1943100" y="1496060"/>
                  </a:cubicBezTo>
                  <a:cubicBezTo>
                    <a:pt x="1899920" y="1348740"/>
                    <a:pt x="1894840" y="1212850"/>
                    <a:pt x="1902460" y="1082040"/>
                  </a:cubicBezTo>
                  <a:cubicBezTo>
                    <a:pt x="1908810" y="960120"/>
                    <a:pt x="1935480" y="845820"/>
                    <a:pt x="1976120" y="734060"/>
                  </a:cubicBezTo>
                  <a:cubicBezTo>
                    <a:pt x="2018030" y="619760"/>
                    <a:pt x="2068830" y="504190"/>
                    <a:pt x="2148840" y="407670"/>
                  </a:cubicBezTo>
                  <a:cubicBezTo>
                    <a:pt x="2237740" y="299720"/>
                    <a:pt x="2369820" y="187960"/>
                    <a:pt x="2496820" y="127000"/>
                  </a:cubicBezTo>
                  <a:cubicBezTo>
                    <a:pt x="2616200" y="69850"/>
                    <a:pt x="2754630" y="59690"/>
                    <a:pt x="2884170" y="38100"/>
                  </a:cubicBezTo>
                  <a:cubicBezTo>
                    <a:pt x="3011170" y="17780"/>
                    <a:pt x="3141980" y="2540"/>
                    <a:pt x="3265170" y="1270"/>
                  </a:cubicBezTo>
                  <a:cubicBezTo>
                    <a:pt x="3382010" y="0"/>
                    <a:pt x="3472180" y="8890"/>
                    <a:pt x="3606800" y="29210"/>
                  </a:cubicBezTo>
                  <a:cubicBezTo>
                    <a:pt x="3804920" y="60960"/>
                    <a:pt x="4220210" y="148590"/>
                    <a:pt x="4331970" y="195580"/>
                  </a:cubicBezTo>
                  <a:cubicBezTo>
                    <a:pt x="4368800" y="210820"/>
                    <a:pt x="4380230" y="222250"/>
                    <a:pt x="4400550" y="240030"/>
                  </a:cubicBezTo>
                  <a:cubicBezTo>
                    <a:pt x="4422140" y="257810"/>
                    <a:pt x="4441190" y="278130"/>
                    <a:pt x="4457700" y="299720"/>
                  </a:cubicBezTo>
                  <a:cubicBezTo>
                    <a:pt x="4472940" y="321310"/>
                    <a:pt x="4486910" y="345440"/>
                    <a:pt x="4498340" y="370840"/>
                  </a:cubicBezTo>
                  <a:cubicBezTo>
                    <a:pt x="4508500" y="394970"/>
                    <a:pt x="4516120" y="422910"/>
                    <a:pt x="4519930" y="449580"/>
                  </a:cubicBezTo>
                  <a:cubicBezTo>
                    <a:pt x="4523740" y="476250"/>
                    <a:pt x="4525010" y="504190"/>
                    <a:pt x="4522470" y="530860"/>
                  </a:cubicBezTo>
                  <a:cubicBezTo>
                    <a:pt x="4521200" y="557530"/>
                    <a:pt x="4514850" y="585470"/>
                    <a:pt x="4505960" y="610870"/>
                  </a:cubicBezTo>
                  <a:cubicBezTo>
                    <a:pt x="4497070" y="636270"/>
                    <a:pt x="4485640" y="661670"/>
                    <a:pt x="4470400" y="684530"/>
                  </a:cubicBezTo>
                  <a:cubicBezTo>
                    <a:pt x="4456430" y="707390"/>
                    <a:pt x="4438650" y="728980"/>
                    <a:pt x="4418330" y="748030"/>
                  </a:cubicBezTo>
                  <a:cubicBezTo>
                    <a:pt x="4399280" y="767080"/>
                    <a:pt x="4376420" y="783590"/>
                    <a:pt x="4352290" y="796290"/>
                  </a:cubicBezTo>
                  <a:cubicBezTo>
                    <a:pt x="4329430" y="810260"/>
                    <a:pt x="4304030" y="820420"/>
                    <a:pt x="4277360" y="828040"/>
                  </a:cubicBezTo>
                  <a:cubicBezTo>
                    <a:pt x="4251960" y="835660"/>
                    <a:pt x="4224020" y="839470"/>
                    <a:pt x="4196080" y="840740"/>
                  </a:cubicBezTo>
                  <a:cubicBezTo>
                    <a:pt x="4169410" y="842010"/>
                    <a:pt x="4114800" y="834390"/>
                    <a:pt x="4114800" y="834390"/>
                  </a:cubicBezTo>
                </a:path>
              </a:pathLst>
            </a:custGeom>
            <a:solidFill>
              <a:srgbClr val="FFBB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306671" y="7638820"/>
            <a:ext cx="5952629" cy="1619480"/>
            <a:chOff x="0" y="0"/>
            <a:chExt cx="1567771" cy="4265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67771" cy="426530"/>
            </a:xfrm>
            <a:custGeom>
              <a:avLst/>
              <a:gdLst/>
              <a:ahLst/>
              <a:cxnLst/>
              <a:rect l="l" t="t" r="r" b="b"/>
              <a:pathLst>
                <a:path w="1567771" h="426530">
                  <a:moveTo>
                    <a:pt x="66330" y="0"/>
                  </a:moveTo>
                  <a:lnTo>
                    <a:pt x="1501441" y="0"/>
                  </a:lnTo>
                  <a:cubicBezTo>
                    <a:pt x="1519032" y="0"/>
                    <a:pt x="1535904" y="6988"/>
                    <a:pt x="1548343" y="19428"/>
                  </a:cubicBezTo>
                  <a:cubicBezTo>
                    <a:pt x="1560782" y="31867"/>
                    <a:pt x="1567771" y="48738"/>
                    <a:pt x="1567771" y="66330"/>
                  </a:cubicBezTo>
                  <a:lnTo>
                    <a:pt x="1567771" y="360200"/>
                  </a:lnTo>
                  <a:cubicBezTo>
                    <a:pt x="1567771" y="377791"/>
                    <a:pt x="1560782" y="394663"/>
                    <a:pt x="1548343" y="407102"/>
                  </a:cubicBezTo>
                  <a:cubicBezTo>
                    <a:pt x="1535904" y="419541"/>
                    <a:pt x="1519032" y="426530"/>
                    <a:pt x="1501441" y="426530"/>
                  </a:cubicBezTo>
                  <a:lnTo>
                    <a:pt x="66330" y="426530"/>
                  </a:lnTo>
                  <a:cubicBezTo>
                    <a:pt x="48738" y="426530"/>
                    <a:pt x="31867" y="419541"/>
                    <a:pt x="19428" y="407102"/>
                  </a:cubicBezTo>
                  <a:cubicBezTo>
                    <a:pt x="6988" y="394663"/>
                    <a:pt x="0" y="377791"/>
                    <a:pt x="0" y="360200"/>
                  </a:cubicBezTo>
                  <a:lnTo>
                    <a:pt x="0" y="66330"/>
                  </a:lnTo>
                  <a:cubicBezTo>
                    <a:pt x="0" y="48738"/>
                    <a:pt x="6988" y="31867"/>
                    <a:pt x="19428" y="19428"/>
                  </a:cubicBezTo>
                  <a:cubicBezTo>
                    <a:pt x="31867" y="6988"/>
                    <a:pt x="48738" y="0"/>
                    <a:pt x="6633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567771" cy="464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295400" y="8082640"/>
            <a:ext cx="862088" cy="731840"/>
          </a:xfrm>
          <a:custGeom>
            <a:avLst/>
            <a:gdLst/>
            <a:ahLst/>
            <a:cxnLst/>
            <a:rect l="l" t="t" r="r" b="b"/>
            <a:pathLst>
              <a:path w="862088" h="731840">
                <a:moveTo>
                  <a:pt x="0" y="0"/>
                </a:moveTo>
                <a:lnTo>
                  <a:pt x="862088" y="0"/>
                </a:lnTo>
                <a:lnTo>
                  <a:pt x="862088" y="731840"/>
                </a:lnTo>
                <a:lnTo>
                  <a:pt x="0" y="7318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66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2318061" y="8082640"/>
            <a:ext cx="4608064" cy="731840"/>
          </a:xfrm>
          <a:custGeom>
            <a:avLst/>
            <a:gdLst/>
            <a:ahLst/>
            <a:cxnLst/>
            <a:rect l="l" t="t" r="r" b="b"/>
            <a:pathLst>
              <a:path w="4608064" h="731840">
                <a:moveTo>
                  <a:pt x="0" y="0"/>
                </a:moveTo>
                <a:lnTo>
                  <a:pt x="4608065" y="0"/>
                </a:lnTo>
                <a:lnTo>
                  <a:pt x="4608065" y="731840"/>
                </a:lnTo>
                <a:lnTo>
                  <a:pt x="0" y="7318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91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7571473" y="8006932"/>
            <a:ext cx="3279830" cy="883256"/>
          </a:xfrm>
          <a:custGeom>
            <a:avLst/>
            <a:gdLst/>
            <a:ahLst/>
            <a:cxnLst/>
            <a:rect l="l" t="t" r="r" b="b"/>
            <a:pathLst>
              <a:path w="3279830" h="883256">
                <a:moveTo>
                  <a:pt x="0" y="0"/>
                </a:moveTo>
                <a:lnTo>
                  <a:pt x="3279831" y="0"/>
                </a:lnTo>
                <a:lnTo>
                  <a:pt x="3279831" y="883256"/>
                </a:lnTo>
                <a:lnTo>
                  <a:pt x="0" y="8832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4816" b="-7273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2180858" y="8069619"/>
            <a:ext cx="4204255" cy="757883"/>
          </a:xfrm>
          <a:custGeom>
            <a:avLst/>
            <a:gdLst/>
            <a:ahLst/>
            <a:cxnLst/>
            <a:rect l="l" t="t" r="r" b="b"/>
            <a:pathLst>
              <a:path w="4204255" h="757883">
                <a:moveTo>
                  <a:pt x="0" y="0"/>
                </a:moveTo>
                <a:lnTo>
                  <a:pt x="4204255" y="0"/>
                </a:lnTo>
                <a:lnTo>
                  <a:pt x="4204255" y="757883"/>
                </a:lnTo>
                <a:lnTo>
                  <a:pt x="0" y="757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293967" y="2438564"/>
            <a:ext cx="15700066" cy="2733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41"/>
              </a:lnSpc>
            </a:pPr>
            <a:r>
              <a:rPr lang="en-US" sz="16243" b="1" dirty="0" err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OpenInvest</a:t>
            </a:r>
            <a:endParaRPr lang="en-US" sz="16243" b="1" dirty="0">
              <a:solidFill>
                <a:srgbClr val="1A1A1A"/>
              </a:solidFill>
              <a:latin typeface="Telegraf Heavy"/>
              <a:ea typeface="Telegraf Heavy"/>
              <a:cs typeface="Telegraf Heavy"/>
              <a:sym typeface="Telegraf Heavy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95375" y="5043488"/>
            <a:ext cx="1623060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 spc="218">
                <a:solidFill>
                  <a:srgbClr val="002E3C"/>
                </a:solidFill>
                <a:latin typeface="Poppins Bold"/>
                <a:ea typeface="Poppins Bold"/>
                <a:cs typeface="Poppins Bold"/>
                <a:sym typeface="Poppins Bold"/>
              </a:rPr>
              <a:t>BETTER THAN NEVER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508391" y="6329783"/>
            <a:ext cx="5405994" cy="924330"/>
            <a:chOff x="0" y="0"/>
            <a:chExt cx="7207993" cy="123244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207993" cy="1232440"/>
              <a:chOff x="0" y="0"/>
              <a:chExt cx="2102932" cy="35956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102932" cy="359564"/>
              </a:xfrm>
              <a:custGeom>
                <a:avLst/>
                <a:gdLst/>
                <a:ahLst/>
                <a:cxnLst/>
                <a:rect l="l" t="t" r="r" b="b"/>
                <a:pathLst>
                  <a:path w="2102932" h="359564">
                    <a:moveTo>
                      <a:pt x="49450" y="0"/>
                    </a:moveTo>
                    <a:lnTo>
                      <a:pt x="2053481" y="0"/>
                    </a:lnTo>
                    <a:cubicBezTo>
                      <a:pt x="2080792" y="0"/>
                      <a:pt x="2102932" y="22140"/>
                      <a:pt x="2102932" y="49450"/>
                    </a:cubicBezTo>
                    <a:lnTo>
                      <a:pt x="2102932" y="310114"/>
                    </a:lnTo>
                    <a:cubicBezTo>
                      <a:pt x="2102932" y="323229"/>
                      <a:pt x="2097722" y="335807"/>
                      <a:pt x="2088448" y="345081"/>
                    </a:cubicBezTo>
                    <a:cubicBezTo>
                      <a:pt x="2079174" y="354354"/>
                      <a:pt x="2066596" y="359564"/>
                      <a:pt x="2053481" y="359564"/>
                    </a:cubicBezTo>
                    <a:lnTo>
                      <a:pt x="49450" y="359564"/>
                    </a:lnTo>
                    <a:cubicBezTo>
                      <a:pt x="22140" y="359564"/>
                      <a:pt x="0" y="337425"/>
                      <a:pt x="0" y="310114"/>
                    </a:cubicBezTo>
                    <a:lnTo>
                      <a:pt x="0" y="49450"/>
                    </a:lnTo>
                    <a:cubicBezTo>
                      <a:pt x="0" y="22140"/>
                      <a:pt x="22140" y="0"/>
                      <a:pt x="49450" y="0"/>
                    </a:cubicBezTo>
                    <a:close/>
                  </a:path>
                </a:pathLst>
              </a:custGeom>
              <a:solidFill>
                <a:srgbClr val="002E3C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2102932" cy="3976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/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302133" y="328057"/>
              <a:ext cx="6603727" cy="576325"/>
            </a:xfrm>
            <a:custGeom>
              <a:avLst/>
              <a:gdLst/>
              <a:ahLst/>
              <a:cxnLst/>
              <a:rect l="l" t="t" r="r" b="b"/>
              <a:pathLst>
                <a:path w="6603727" h="576325">
                  <a:moveTo>
                    <a:pt x="0" y="0"/>
                  </a:moveTo>
                  <a:lnTo>
                    <a:pt x="6603727" y="0"/>
                  </a:lnTo>
                  <a:lnTo>
                    <a:pt x="6603727" y="576326"/>
                  </a:lnTo>
                  <a:lnTo>
                    <a:pt x="0" y="576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-518160" y="-243840"/>
            <a:ext cx="5641658" cy="5153978"/>
            <a:chOff x="0" y="0"/>
            <a:chExt cx="7522210" cy="6871970"/>
          </a:xfrm>
        </p:grpSpPr>
        <p:sp>
          <p:nvSpPr>
            <p:cNvPr id="27" name="Freeform 27"/>
            <p:cNvSpPr/>
            <p:nvPr/>
          </p:nvSpPr>
          <p:spPr>
            <a:xfrm>
              <a:off x="48260" y="49530"/>
              <a:ext cx="7423150" cy="6774180"/>
            </a:xfrm>
            <a:custGeom>
              <a:avLst/>
              <a:gdLst/>
              <a:ahLst/>
              <a:cxnLst/>
              <a:rect l="l" t="t" r="r" b="b"/>
              <a:pathLst>
                <a:path w="7423150" h="6774180">
                  <a:moveTo>
                    <a:pt x="7423150" y="370840"/>
                  </a:moveTo>
                  <a:cubicBezTo>
                    <a:pt x="7326630" y="876300"/>
                    <a:pt x="7273290" y="1017270"/>
                    <a:pt x="7212330" y="1143000"/>
                  </a:cubicBezTo>
                  <a:cubicBezTo>
                    <a:pt x="7151370" y="1263650"/>
                    <a:pt x="7077710" y="1377950"/>
                    <a:pt x="6998970" y="1483360"/>
                  </a:cubicBezTo>
                  <a:cubicBezTo>
                    <a:pt x="6921500" y="1584960"/>
                    <a:pt x="6833870" y="1677670"/>
                    <a:pt x="6743700" y="1765300"/>
                  </a:cubicBezTo>
                  <a:cubicBezTo>
                    <a:pt x="6654800" y="1851660"/>
                    <a:pt x="6565900" y="1927860"/>
                    <a:pt x="6463030" y="2004060"/>
                  </a:cubicBezTo>
                  <a:cubicBezTo>
                    <a:pt x="6352540" y="2086610"/>
                    <a:pt x="6226810" y="2161540"/>
                    <a:pt x="6099810" y="2236470"/>
                  </a:cubicBezTo>
                  <a:cubicBezTo>
                    <a:pt x="5965190" y="2315210"/>
                    <a:pt x="5820410" y="2390140"/>
                    <a:pt x="5673090" y="2463800"/>
                  </a:cubicBezTo>
                  <a:cubicBezTo>
                    <a:pt x="5523230" y="2537460"/>
                    <a:pt x="5392420" y="2599690"/>
                    <a:pt x="5207000" y="2678430"/>
                  </a:cubicBezTo>
                  <a:cubicBezTo>
                    <a:pt x="4941570" y="2788920"/>
                    <a:pt x="4552950" y="2929890"/>
                    <a:pt x="4225290" y="3050540"/>
                  </a:cubicBezTo>
                  <a:cubicBezTo>
                    <a:pt x="3900170" y="3171190"/>
                    <a:pt x="3506470" y="3299460"/>
                    <a:pt x="3246120" y="3401060"/>
                  </a:cubicBezTo>
                  <a:cubicBezTo>
                    <a:pt x="3072130" y="3469640"/>
                    <a:pt x="2950210" y="3521710"/>
                    <a:pt x="2811780" y="3585210"/>
                  </a:cubicBezTo>
                  <a:cubicBezTo>
                    <a:pt x="2683510" y="3644900"/>
                    <a:pt x="2561590" y="3705860"/>
                    <a:pt x="2443480" y="3770630"/>
                  </a:cubicBezTo>
                  <a:cubicBezTo>
                    <a:pt x="2329180" y="3832860"/>
                    <a:pt x="2221230" y="3898900"/>
                    <a:pt x="2113280" y="3967480"/>
                  </a:cubicBezTo>
                  <a:cubicBezTo>
                    <a:pt x="2007870" y="4034790"/>
                    <a:pt x="1915160" y="4093210"/>
                    <a:pt x="1803400" y="4179570"/>
                  </a:cubicBezTo>
                  <a:cubicBezTo>
                    <a:pt x="1657350" y="4291330"/>
                    <a:pt x="1461770" y="4434840"/>
                    <a:pt x="1323340" y="4594860"/>
                  </a:cubicBezTo>
                  <a:cubicBezTo>
                    <a:pt x="1183640" y="4757420"/>
                    <a:pt x="1065530" y="4958080"/>
                    <a:pt x="971550" y="5146040"/>
                  </a:cubicBezTo>
                  <a:cubicBezTo>
                    <a:pt x="883920" y="5322570"/>
                    <a:pt x="814070" y="5515610"/>
                    <a:pt x="768350" y="5685790"/>
                  </a:cubicBezTo>
                  <a:cubicBezTo>
                    <a:pt x="728980" y="5833110"/>
                    <a:pt x="717550" y="5970270"/>
                    <a:pt x="699770" y="6107430"/>
                  </a:cubicBezTo>
                  <a:cubicBezTo>
                    <a:pt x="683260" y="6235700"/>
                    <a:pt x="680720" y="6396990"/>
                    <a:pt x="662940" y="6482080"/>
                  </a:cubicBezTo>
                  <a:cubicBezTo>
                    <a:pt x="654050" y="6527800"/>
                    <a:pt x="647700" y="6553200"/>
                    <a:pt x="632460" y="6584950"/>
                  </a:cubicBezTo>
                  <a:cubicBezTo>
                    <a:pt x="617220" y="6616700"/>
                    <a:pt x="595630" y="6648450"/>
                    <a:pt x="570230" y="6673850"/>
                  </a:cubicBezTo>
                  <a:cubicBezTo>
                    <a:pt x="546100" y="6697980"/>
                    <a:pt x="515620" y="6720840"/>
                    <a:pt x="483870" y="6736080"/>
                  </a:cubicBezTo>
                  <a:cubicBezTo>
                    <a:pt x="452120" y="6752590"/>
                    <a:pt x="415290" y="6764020"/>
                    <a:pt x="381000" y="6769100"/>
                  </a:cubicBezTo>
                  <a:cubicBezTo>
                    <a:pt x="345440" y="6774180"/>
                    <a:pt x="308610" y="6772910"/>
                    <a:pt x="273050" y="6766560"/>
                  </a:cubicBezTo>
                  <a:cubicBezTo>
                    <a:pt x="238760" y="6760210"/>
                    <a:pt x="203200" y="6747510"/>
                    <a:pt x="172720" y="6729730"/>
                  </a:cubicBezTo>
                  <a:cubicBezTo>
                    <a:pt x="140970" y="6713220"/>
                    <a:pt x="111760" y="6689090"/>
                    <a:pt x="87630" y="6662420"/>
                  </a:cubicBezTo>
                  <a:cubicBezTo>
                    <a:pt x="64770" y="6637020"/>
                    <a:pt x="43180" y="6605270"/>
                    <a:pt x="29210" y="6572250"/>
                  </a:cubicBezTo>
                  <a:cubicBezTo>
                    <a:pt x="15240" y="6540500"/>
                    <a:pt x="6350" y="6503670"/>
                    <a:pt x="2540" y="6468110"/>
                  </a:cubicBezTo>
                  <a:cubicBezTo>
                    <a:pt x="0" y="6433820"/>
                    <a:pt x="2540" y="6395720"/>
                    <a:pt x="11430" y="6361430"/>
                  </a:cubicBezTo>
                  <a:cubicBezTo>
                    <a:pt x="19050" y="6327140"/>
                    <a:pt x="34290" y="6291580"/>
                    <a:pt x="53340" y="6262370"/>
                  </a:cubicBezTo>
                  <a:cubicBezTo>
                    <a:pt x="72390" y="6231890"/>
                    <a:pt x="96520" y="6203950"/>
                    <a:pt x="124460" y="6182360"/>
                  </a:cubicBezTo>
                  <a:cubicBezTo>
                    <a:pt x="152400" y="6159500"/>
                    <a:pt x="184150" y="6140450"/>
                    <a:pt x="217170" y="6129020"/>
                  </a:cubicBezTo>
                  <a:cubicBezTo>
                    <a:pt x="251460" y="6116320"/>
                    <a:pt x="288290" y="6108700"/>
                    <a:pt x="322580" y="6107430"/>
                  </a:cubicBezTo>
                  <a:cubicBezTo>
                    <a:pt x="358140" y="6106160"/>
                    <a:pt x="396240" y="6111240"/>
                    <a:pt x="429260" y="6121400"/>
                  </a:cubicBezTo>
                  <a:cubicBezTo>
                    <a:pt x="463550" y="6131560"/>
                    <a:pt x="497840" y="6148070"/>
                    <a:pt x="525780" y="6168390"/>
                  </a:cubicBezTo>
                  <a:cubicBezTo>
                    <a:pt x="554990" y="6188710"/>
                    <a:pt x="581660" y="6215380"/>
                    <a:pt x="603250" y="6244590"/>
                  </a:cubicBezTo>
                  <a:cubicBezTo>
                    <a:pt x="623570" y="6272530"/>
                    <a:pt x="640080" y="6306820"/>
                    <a:pt x="651510" y="6339840"/>
                  </a:cubicBezTo>
                  <a:cubicBezTo>
                    <a:pt x="661670" y="6374130"/>
                    <a:pt x="666750" y="6410960"/>
                    <a:pt x="666750" y="6446520"/>
                  </a:cubicBezTo>
                  <a:cubicBezTo>
                    <a:pt x="665480" y="6482080"/>
                    <a:pt x="659130" y="6518910"/>
                    <a:pt x="646430" y="6551930"/>
                  </a:cubicBezTo>
                  <a:cubicBezTo>
                    <a:pt x="635000" y="6586220"/>
                    <a:pt x="615950" y="6619240"/>
                    <a:pt x="594360" y="6645910"/>
                  </a:cubicBezTo>
                  <a:cubicBezTo>
                    <a:pt x="572770" y="6673850"/>
                    <a:pt x="544830" y="6699250"/>
                    <a:pt x="514350" y="6718300"/>
                  </a:cubicBezTo>
                  <a:cubicBezTo>
                    <a:pt x="485140" y="6737350"/>
                    <a:pt x="450850" y="6752590"/>
                    <a:pt x="416560" y="6761480"/>
                  </a:cubicBezTo>
                  <a:cubicBezTo>
                    <a:pt x="382270" y="6770370"/>
                    <a:pt x="344170" y="6774180"/>
                    <a:pt x="308610" y="6770370"/>
                  </a:cubicBezTo>
                  <a:cubicBezTo>
                    <a:pt x="273050" y="6767830"/>
                    <a:pt x="237490" y="6758940"/>
                    <a:pt x="204470" y="6744970"/>
                  </a:cubicBezTo>
                  <a:cubicBezTo>
                    <a:pt x="171450" y="6732270"/>
                    <a:pt x="139700" y="6711950"/>
                    <a:pt x="113030" y="6687820"/>
                  </a:cubicBezTo>
                  <a:cubicBezTo>
                    <a:pt x="87630" y="6664960"/>
                    <a:pt x="63500" y="6635750"/>
                    <a:pt x="45720" y="6605270"/>
                  </a:cubicBezTo>
                  <a:cubicBezTo>
                    <a:pt x="27940" y="6573520"/>
                    <a:pt x="15240" y="6539230"/>
                    <a:pt x="7620" y="6503670"/>
                  </a:cubicBezTo>
                  <a:cubicBezTo>
                    <a:pt x="1270" y="6469380"/>
                    <a:pt x="1270" y="6446520"/>
                    <a:pt x="5080" y="6396990"/>
                  </a:cubicBezTo>
                  <a:cubicBezTo>
                    <a:pt x="11430" y="6275070"/>
                    <a:pt x="52070" y="5981700"/>
                    <a:pt x="97790" y="5778500"/>
                  </a:cubicBezTo>
                  <a:cubicBezTo>
                    <a:pt x="143510" y="5576570"/>
                    <a:pt x="213360" y="5354320"/>
                    <a:pt x="276860" y="5184140"/>
                  </a:cubicBezTo>
                  <a:cubicBezTo>
                    <a:pt x="326390" y="5050790"/>
                    <a:pt x="372110" y="4953000"/>
                    <a:pt x="431800" y="4837430"/>
                  </a:cubicBezTo>
                  <a:cubicBezTo>
                    <a:pt x="495300" y="4715510"/>
                    <a:pt x="566420" y="4587240"/>
                    <a:pt x="646430" y="4471670"/>
                  </a:cubicBezTo>
                  <a:cubicBezTo>
                    <a:pt x="725170" y="4356100"/>
                    <a:pt x="811530" y="4243070"/>
                    <a:pt x="904240" y="4144010"/>
                  </a:cubicBezTo>
                  <a:cubicBezTo>
                    <a:pt x="994410" y="4048760"/>
                    <a:pt x="1094740" y="3963670"/>
                    <a:pt x="1191260" y="3884930"/>
                  </a:cubicBezTo>
                  <a:cubicBezTo>
                    <a:pt x="1282700" y="3810000"/>
                    <a:pt x="1369060" y="3747770"/>
                    <a:pt x="1468120" y="3679190"/>
                  </a:cubicBezTo>
                  <a:cubicBezTo>
                    <a:pt x="1574800" y="3604260"/>
                    <a:pt x="1694180" y="3524250"/>
                    <a:pt x="1812290" y="3451860"/>
                  </a:cubicBezTo>
                  <a:cubicBezTo>
                    <a:pt x="1931670" y="3378200"/>
                    <a:pt x="2054860" y="3307080"/>
                    <a:pt x="2181860" y="3239770"/>
                  </a:cubicBezTo>
                  <a:cubicBezTo>
                    <a:pt x="2311400" y="3171190"/>
                    <a:pt x="2443480" y="3108960"/>
                    <a:pt x="2583180" y="3045460"/>
                  </a:cubicBezTo>
                  <a:cubicBezTo>
                    <a:pt x="2730500" y="2978150"/>
                    <a:pt x="2862580" y="2921000"/>
                    <a:pt x="3046730" y="2847340"/>
                  </a:cubicBezTo>
                  <a:cubicBezTo>
                    <a:pt x="3308350" y="2743200"/>
                    <a:pt x="3693160" y="2611120"/>
                    <a:pt x="4010660" y="2489200"/>
                  </a:cubicBezTo>
                  <a:cubicBezTo>
                    <a:pt x="4324350" y="2367280"/>
                    <a:pt x="4691380" y="2226310"/>
                    <a:pt x="4941570" y="2115820"/>
                  </a:cubicBezTo>
                  <a:cubicBezTo>
                    <a:pt x="5113020" y="2039620"/>
                    <a:pt x="5233670" y="1977390"/>
                    <a:pt x="5372100" y="1906270"/>
                  </a:cubicBezTo>
                  <a:cubicBezTo>
                    <a:pt x="5504180" y="1836420"/>
                    <a:pt x="5636260" y="1764030"/>
                    <a:pt x="5754370" y="1694180"/>
                  </a:cubicBezTo>
                  <a:cubicBezTo>
                    <a:pt x="5861050" y="1631950"/>
                    <a:pt x="5947410" y="1586230"/>
                    <a:pt x="6050280" y="1508760"/>
                  </a:cubicBezTo>
                  <a:cubicBezTo>
                    <a:pt x="6179820" y="1408430"/>
                    <a:pt x="6350000" y="1276350"/>
                    <a:pt x="6464300" y="1131570"/>
                  </a:cubicBezTo>
                  <a:cubicBezTo>
                    <a:pt x="6578600" y="986790"/>
                    <a:pt x="6676390" y="802640"/>
                    <a:pt x="6734810" y="637540"/>
                  </a:cubicBezTo>
                  <a:cubicBezTo>
                    <a:pt x="6788150" y="490220"/>
                    <a:pt x="6774180" y="292100"/>
                    <a:pt x="6817360" y="194310"/>
                  </a:cubicBezTo>
                  <a:cubicBezTo>
                    <a:pt x="6842760" y="137160"/>
                    <a:pt x="6878320" y="100330"/>
                    <a:pt x="6908800" y="72390"/>
                  </a:cubicBezTo>
                  <a:cubicBezTo>
                    <a:pt x="6930390" y="52070"/>
                    <a:pt x="6946900" y="43180"/>
                    <a:pt x="6973570" y="31750"/>
                  </a:cubicBezTo>
                  <a:cubicBezTo>
                    <a:pt x="7012940" y="16510"/>
                    <a:pt x="7073900" y="0"/>
                    <a:pt x="7123430" y="1270"/>
                  </a:cubicBezTo>
                  <a:cubicBezTo>
                    <a:pt x="7171690" y="3810"/>
                    <a:pt x="7226300" y="19050"/>
                    <a:pt x="7269480" y="44450"/>
                  </a:cubicBezTo>
                  <a:cubicBezTo>
                    <a:pt x="7311390" y="68580"/>
                    <a:pt x="7354570" y="115570"/>
                    <a:pt x="7378700" y="149860"/>
                  </a:cubicBezTo>
                  <a:cubicBezTo>
                    <a:pt x="7395210" y="173990"/>
                    <a:pt x="7404100" y="190500"/>
                    <a:pt x="7411720" y="218440"/>
                  </a:cubicBezTo>
                  <a:cubicBezTo>
                    <a:pt x="7421880" y="259080"/>
                    <a:pt x="7423150" y="370840"/>
                    <a:pt x="7423150" y="370840"/>
                  </a:cubicBezTo>
                </a:path>
              </a:pathLst>
            </a:custGeom>
            <a:solidFill>
              <a:srgbClr val="FFBB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481935" y="-199072"/>
            <a:ext cx="5585460" cy="2304098"/>
            <a:chOff x="0" y="0"/>
            <a:chExt cx="7447280" cy="3072130"/>
          </a:xfrm>
        </p:grpSpPr>
        <p:sp>
          <p:nvSpPr>
            <p:cNvPr id="29" name="Freeform 29"/>
            <p:cNvSpPr/>
            <p:nvPr/>
          </p:nvSpPr>
          <p:spPr>
            <a:xfrm>
              <a:off x="43180" y="48260"/>
              <a:ext cx="7355840" cy="2974340"/>
            </a:xfrm>
            <a:custGeom>
              <a:avLst/>
              <a:gdLst/>
              <a:ahLst/>
              <a:cxnLst/>
              <a:rect l="l" t="t" r="r" b="b"/>
              <a:pathLst>
                <a:path w="7355840" h="2974340">
                  <a:moveTo>
                    <a:pt x="651510" y="269240"/>
                  </a:moveTo>
                  <a:cubicBezTo>
                    <a:pt x="750570" y="679450"/>
                    <a:pt x="824230" y="783590"/>
                    <a:pt x="909320" y="849630"/>
                  </a:cubicBezTo>
                  <a:cubicBezTo>
                    <a:pt x="995680" y="915670"/>
                    <a:pt x="1115060" y="951230"/>
                    <a:pt x="1225550" y="974090"/>
                  </a:cubicBezTo>
                  <a:cubicBezTo>
                    <a:pt x="1337310" y="996950"/>
                    <a:pt x="1451610" y="986790"/>
                    <a:pt x="1576070" y="985520"/>
                  </a:cubicBezTo>
                  <a:cubicBezTo>
                    <a:pt x="1718310" y="982980"/>
                    <a:pt x="1879600" y="971550"/>
                    <a:pt x="2033270" y="960120"/>
                  </a:cubicBezTo>
                  <a:cubicBezTo>
                    <a:pt x="2189480" y="947420"/>
                    <a:pt x="2340610" y="924560"/>
                    <a:pt x="2504440" y="911860"/>
                  </a:cubicBezTo>
                  <a:cubicBezTo>
                    <a:pt x="2684780" y="899160"/>
                    <a:pt x="2886710" y="887730"/>
                    <a:pt x="3072130" y="883920"/>
                  </a:cubicBezTo>
                  <a:cubicBezTo>
                    <a:pt x="3249930" y="881380"/>
                    <a:pt x="3430270" y="885190"/>
                    <a:pt x="3596640" y="892810"/>
                  </a:cubicBezTo>
                  <a:cubicBezTo>
                    <a:pt x="3746500" y="900430"/>
                    <a:pt x="3873500" y="905510"/>
                    <a:pt x="4025900" y="928370"/>
                  </a:cubicBezTo>
                  <a:cubicBezTo>
                    <a:pt x="4202430" y="955040"/>
                    <a:pt x="4428490" y="986790"/>
                    <a:pt x="4593590" y="1055370"/>
                  </a:cubicBezTo>
                  <a:cubicBezTo>
                    <a:pt x="4738370" y="1116330"/>
                    <a:pt x="4860290" y="1210310"/>
                    <a:pt x="4974590" y="1299210"/>
                  </a:cubicBezTo>
                  <a:cubicBezTo>
                    <a:pt x="5080000" y="1383030"/>
                    <a:pt x="5162550" y="1470660"/>
                    <a:pt x="5257800" y="1570990"/>
                  </a:cubicBezTo>
                  <a:cubicBezTo>
                    <a:pt x="5364480" y="1684020"/>
                    <a:pt x="5466080" y="1837690"/>
                    <a:pt x="5580380" y="1944370"/>
                  </a:cubicBezTo>
                  <a:cubicBezTo>
                    <a:pt x="5685790" y="2042160"/>
                    <a:pt x="5792470" y="2138680"/>
                    <a:pt x="5914390" y="2193290"/>
                  </a:cubicBezTo>
                  <a:cubicBezTo>
                    <a:pt x="6031230" y="2245360"/>
                    <a:pt x="6144260" y="2247900"/>
                    <a:pt x="6292850" y="2268220"/>
                  </a:cubicBezTo>
                  <a:cubicBezTo>
                    <a:pt x="6503670" y="2297430"/>
                    <a:pt x="6922770" y="2310130"/>
                    <a:pt x="7058660" y="2331720"/>
                  </a:cubicBezTo>
                  <a:cubicBezTo>
                    <a:pt x="7108190" y="2340610"/>
                    <a:pt x="7128510" y="2343150"/>
                    <a:pt x="7158990" y="2357120"/>
                  </a:cubicBezTo>
                  <a:cubicBezTo>
                    <a:pt x="7190740" y="2369820"/>
                    <a:pt x="7221220" y="2390140"/>
                    <a:pt x="7246620" y="2413000"/>
                  </a:cubicBezTo>
                  <a:cubicBezTo>
                    <a:pt x="7272020" y="2435860"/>
                    <a:pt x="7294880" y="2463800"/>
                    <a:pt x="7312660" y="2494280"/>
                  </a:cubicBezTo>
                  <a:cubicBezTo>
                    <a:pt x="7329170" y="2523490"/>
                    <a:pt x="7341870" y="2557780"/>
                    <a:pt x="7348220" y="2590800"/>
                  </a:cubicBezTo>
                  <a:cubicBezTo>
                    <a:pt x="7354570" y="2625090"/>
                    <a:pt x="7355840" y="2660650"/>
                    <a:pt x="7350760" y="2694940"/>
                  </a:cubicBezTo>
                  <a:cubicBezTo>
                    <a:pt x="7346950" y="2729230"/>
                    <a:pt x="7335520" y="2763520"/>
                    <a:pt x="7320280" y="2794000"/>
                  </a:cubicBezTo>
                  <a:cubicBezTo>
                    <a:pt x="7305040" y="2824480"/>
                    <a:pt x="7284720" y="2854960"/>
                    <a:pt x="7260590" y="2879090"/>
                  </a:cubicBezTo>
                  <a:cubicBezTo>
                    <a:pt x="7236460" y="2903220"/>
                    <a:pt x="7205980" y="2924810"/>
                    <a:pt x="7175500" y="2940050"/>
                  </a:cubicBezTo>
                  <a:cubicBezTo>
                    <a:pt x="7145020" y="2955290"/>
                    <a:pt x="7110730" y="2965450"/>
                    <a:pt x="7076440" y="2970530"/>
                  </a:cubicBezTo>
                  <a:cubicBezTo>
                    <a:pt x="7042150" y="2974340"/>
                    <a:pt x="7006590" y="2974340"/>
                    <a:pt x="6972300" y="2966720"/>
                  </a:cubicBezTo>
                  <a:cubicBezTo>
                    <a:pt x="6939280" y="2960370"/>
                    <a:pt x="6904990" y="2948940"/>
                    <a:pt x="6875780" y="2931160"/>
                  </a:cubicBezTo>
                  <a:cubicBezTo>
                    <a:pt x="6845300" y="2914650"/>
                    <a:pt x="6817360" y="2891790"/>
                    <a:pt x="6794500" y="2866390"/>
                  </a:cubicBezTo>
                  <a:cubicBezTo>
                    <a:pt x="6771640" y="2840990"/>
                    <a:pt x="6751320" y="2810510"/>
                    <a:pt x="6738620" y="2778760"/>
                  </a:cubicBezTo>
                  <a:cubicBezTo>
                    <a:pt x="6724650" y="2748280"/>
                    <a:pt x="6715760" y="2712720"/>
                    <a:pt x="6713220" y="2678430"/>
                  </a:cubicBezTo>
                  <a:cubicBezTo>
                    <a:pt x="6710680" y="2644140"/>
                    <a:pt x="6713220" y="2607310"/>
                    <a:pt x="6720840" y="2574290"/>
                  </a:cubicBezTo>
                  <a:cubicBezTo>
                    <a:pt x="6729730" y="2541270"/>
                    <a:pt x="6743700" y="2508250"/>
                    <a:pt x="6762750" y="2479040"/>
                  </a:cubicBezTo>
                  <a:cubicBezTo>
                    <a:pt x="6780530" y="2451100"/>
                    <a:pt x="6804660" y="2423160"/>
                    <a:pt x="6831330" y="2401570"/>
                  </a:cubicBezTo>
                  <a:cubicBezTo>
                    <a:pt x="6858000" y="2379980"/>
                    <a:pt x="6889750" y="2362200"/>
                    <a:pt x="6921500" y="2350770"/>
                  </a:cubicBezTo>
                  <a:cubicBezTo>
                    <a:pt x="6954520" y="2339340"/>
                    <a:pt x="6990080" y="2331720"/>
                    <a:pt x="7024370" y="2330450"/>
                  </a:cubicBezTo>
                  <a:cubicBezTo>
                    <a:pt x="7058660" y="2330450"/>
                    <a:pt x="7094220" y="2335530"/>
                    <a:pt x="7127240" y="2344420"/>
                  </a:cubicBezTo>
                  <a:cubicBezTo>
                    <a:pt x="7158990" y="2354580"/>
                    <a:pt x="7192010" y="2371090"/>
                    <a:pt x="7219950" y="2391410"/>
                  </a:cubicBezTo>
                  <a:cubicBezTo>
                    <a:pt x="7247890" y="2410460"/>
                    <a:pt x="7273290" y="2437130"/>
                    <a:pt x="7293610" y="2465070"/>
                  </a:cubicBezTo>
                  <a:cubicBezTo>
                    <a:pt x="7313930" y="2491740"/>
                    <a:pt x="7329170" y="2524760"/>
                    <a:pt x="7339330" y="2557780"/>
                  </a:cubicBezTo>
                  <a:cubicBezTo>
                    <a:pt x="7349490" y="2590800"/>
                    <a:pt x="7354570" y="2626360"/>
                    <a:pt x="7353300" y="2660650"/>
                  </a:cubicBezTo>
                  <a:cubicBezTo>
                    <a:pt x="7353300" y="2694940"/>
                    <a:pt x="7345680" y="2730500"/>
                    <a:pt x="7334250" y="2762250"/>
                  </a:cubicBezTo>
                  <a:cubicBezTo>
                    <a:pt x="7322820" y="2794000"/>
                    <a:pt x="7305040" y="2825750"/>
                    <a:pt x="7283450" y="2852420"/>
                  </a:cubicBezTo>
                  <a:cubicBezTo>
                    <a:pt x="7261860" y="2879090"/>
                    <a:pt x="7235190" y="2904490"/>
                    <a:pt x="7205980" y="2922270"/>
                  </a:cubicBezTo>
                  <a:cubicBezTo>
                    <a:pt x="7176770" y="2941320"/>
                    <a:pt x="7143750" y="2955290"/>
                    <a:pt x="7110730" y="2962910"/>
                  </a:cubicBezTo>
                  <a:cubicBezTo>
                    <a:pt x="7077710" y="2971800"/>
                    <a:pt x="7058660" y="2971800"/>
                    <a:pt x="7006590" y="2971800"/>
                  </a:cubicBezTo>
                  <a:cubicBezTo>
                    <a:pt x="6860540" y="2971800"/>
                    <a:pt x="6409690" y="2945130"/>
                    <a:pt x="6154420" y="2905760"/>
                  </a:cubicBezTo>
                  <a:cubicBezTo>
                    <a:pt x="5942330" y="2872740"/>
                    <a:pt x="5736590" y="2838450"/>
                    <a:pt x="5577840" y="2771140"/>
                  </a:cubicBezTo>
                  <a:cubicBezTo>
                    <a:pt x="5452110" y="2717800"/>
                    <a:pt x="5377180" y="2667000"/>
                    <a:pt x="5264150" y="2569210"/>
                  </a:cubicBezTo>
                  <a:cubicBezTo>
                    <a:pt x="5088890" y="2419350"/>
                    <a:pt x="4839970" y="2070100"/>
                    <a:pt x="4673600" y="1902460"/>
                  </a:cubicBezTo>
                  <a:cubicBezTo>
                    <a:pt x="4563110" y="1791970"/>
                    <a:pt x="4494530" y="1704340"/>
                    <a:pt x="4381500" y="1643380"/>
                  </a:cubicBezTo>
                  <a:cubicBezTo>
                    <a:pt x="4262120" y="1579880"/>
                    <a:pt x="4107180" y="1558290"/>
                    <a:pt x="3971290" y="1534160"/>
                  </a:cubicBezTo>
                  <a:cubicBezTo>
                    <a:pt x="3843020" y="1510030"/>
                    <a:pt x="3724910" y="1503680"/>
                    <a:pt x="3590290" y="1497330"/>
                  </a:cubicBezTo>
                  <a:cubicBezTo>
                    <a:pt x="3439160" y="1489710"/>
                    <a:pt x="3315970" y="1485900"/>
                    <a:pt x="3111500" y="1496060"/>
                  </a:cubicBezTo>
                  <a:cubicBezTo>
                    <a:pt x="2739390" y="1512570"/>
                    <a:pt x="1930400" y="1639570"/>
                    <a:pt x="1544320" y="1645920"/>
                  </a:cubicBezTo>
                  <a:cubicBezTo>
                    <a:pt x="1319530" y="1649730"/>
                    <a:pt x="1163320" y="1645920"/>
                    <a:pt x="1009650" y="1612900"/>
                  </a:cubicBezTo>
                  <a:cubicBezTo>
                    <a:pt x="887730" y="1586230"/>
                    <a:pt x="798830" y="1555750"/>
                    <a:pt x="689610" y="1492250"/>
                  </a:cubicBezTo>
                  <a:cubicBezTo>
                    <a:pt x="553720" y="1414780"/>
                    <a:pt x="378460" y="1287780"/>
                    <a:pt x="274320" y="1151890"/>
                  </a:cubicBezTo>
                  <a:cubicBezTo>
                    <a:pt x="173990" y="1021080"/>
                    <a:pt x="111760" y="845820"/>
                    <a:pt x="67310" y="697230"/>
                  </a:cubicBezTo>
                  <a:cubicBezTo>
                    <a:pt x="27940" y="565150"/>
                    <a:pt x="0" y="403860"/>
                    <a:pt x="7620" y="306070"/>
                  </a:cubicBezTo>
                  <a:cubicBezTo>
                    <a:pt x="12700" y="243840"/>
                    <a:pt x="29210" y="200660"/>
                    <a:pt x="54610" y="157480"/>
                  </a:cubicBezTo>
                  <a:cubicBezTo>
                    <a:pt x="81280" y="114300"/>
                    <a:pt x="121920" y="73660"/>
                    <a:pt x="165100" y="48260"/>
                  </a:cubicBezTo>
                  <a:cubicBezTo>
                    <a:pt x="208280" y="22860"/>
                    <a:pt x="264160" y="5080"/>
                    <a:pt x="313690" y="2540"/>
                  </a:cubicBezTo>
                  <a:cubicBezTo>
                    <a:pt x="364490" y="0"/>
                    <a:pt x="420370" y="10160"/>
                    <a:pt x="466090" y="31750"/>
                  </a:cubicBezTo>
                  <a:cubicBezTo>
                    <a:pt x="511810" y="52070"/>
                    <a:pt x="557530" y="87630"/>
                    <a:pt x="588010" y="128270"/>
                  </a:cubicBezTo>
                  <a:cubicBezTo>
                    <a:pt x="619760" y="167640"/>
                    <a:pt x="651510" y="269240"/>
                    <a:pt x="651510" y="269240"/>
                  </a:cubicBezTo>
                </a:path>
              </a:pathLst>
            </a:custGeom>
            <a:solidFill>
              <a:srgbClr val="002E3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459902" y="-199072"/>
            <a:ext cx="5460682" cy="2090738"/>
            <a:chOff x="0" y="0"/>
            <a:chExt cx="7280910" cy="2787650"/>
          </a:xfrm>
        </p:grpSpPr>
        <p:sp>
          <p:nvSpPr>
            <p:cNvPr id="31" name="Freeform 31"/>
            <p:cNvSpPr/>
            <p:nvPr/>
          </p:nvSpPr>
          <p:spPr>
            <a:xfrm>
              <a:off x="45720" y="49530"/>
              <a:ext cx="7185660" cy="2689860"/>
            </a:xfrm>
            <a:custGeom>
              <a:avLst/>
              <a:gdLst/>
              <a:ahLst/>
              <a:cxnLst/>
              <a:rect l="l" t="t" r="r" b="b"/>
              <a:pathLst>
                <a:path w="7185660" h="2689860">
                  <a:moveTo>
                    <a:pt x="662940" y="234950"/>
                  </a:moveTo>
                  <a:cubicBezTo>
                    <a:pt x="848360" y="797560"/>
                    <a:pt x="929640" y="961390"/>
                    <a:pt x="1012190" y="1094740"/>
                  </a:cubicBezTo>
                  <a:cubicBezTo>
                    <a:pt x="1085850" y="1214120"/>
                    <a:pt x="1164590" y="1311910"/>
                    <a:pt x="1256030" y="1414780"/>
                  </a:cubicBezTo>
                  <a:cubicBezTo>
                    <a:pt x="1351280" y="1521460"/>
                    <a:pt x="1450340" y="1647190"/>
                    <a:pt x="1574800" y="1723390"/>
                  </a:cubicBezTo>
                  <a:cubicBezTo>
                    <a:pt x="1701800" y="1799590"/>
                    <a:pt x="1851660" y="1830070"/>
                    <a:pt x="2009140" y="1868170"/>
                  </a:cubicBezTo>
                  <a:cubicBezTo>
                    <a:pt x="2189480" y="1913890"/>
                    <a:pt x="2407920" y="1938020"/>
                    <a:pt x="2600960" y="1965960"/>
                  </a:cubicBezTo>
                  <a:cubicBezTo>
                    <a:pt x="2782570" y="1991360"/>
                    <a:pt x="2954020" y="2012950"/>
                    <a:pt x="3134360" y="2028190"/>
                  </a:cubicBezTo>
                  <a:cubicBezTo>
                    <a:pt x="3318510" y="2044700"/>
                    <a:pt x="3514090" y="2057400"/>
                    <a:pt x="3695700" y="2062480"/>
                  </a:cubicBezTo>
                  <a:cubicBezTo>
                    <a:pt x="3869690" y="2067560"/>
                    <a:pt x="4003040" y="2066290"/>
                    <a:pt x="4203700" y="2059940"/>
                  </a:cubicBezTo>
                  <a:cubicBezTo>
                    <a:pt x="4500880" y="2049780"/>
                    <a:pt x="4907280" y="2014220"/>
                    <a:pt x="5307330" y="1993900"/>
                  </a:cubicBezTo>
                  <a:cubicBezTo>
                    <a:pt x="5783580" y="1969770"/>
                    <a:pt x="6663690" y="1915160"/>
                    <a:pt x="6871970" y="1925320"/>
                  </a:cubicBezTo>
                  <a:cubicBezTo>
                    <a:pt x="6925310" y="1927860"/>
                    <a:pt x="6939280" y="1929130"/>
                    <a:pt x="6969760" y="1939290"/>
                  </a:cubicBezTo>
                  <a:cubicBezTo>
                    <a:pt x="7001510" y="1948180"/>
                    <a:pt x="7031990" y="1964690"/>
                    <a:pt x="7058660" y="1983740"/>
                  </a:cubicBezTo>
                  <a:cubicBezTo>
                    <a:pt x="7084060" y="2002790"/>
                    <a:pt x="7109460" y="2026920"/>
                    <a:pt x="7127240" y="2053590"/>
                  </a:cubicBezTo>
                  <a:cubicBezTo>
                    <a:pt x="7146290" y="2078990"/>
                    <a:pt x="7161530" y="2110740"/>
                    <a:pt x="7171690" y="2141220"/>
                  </a:cubicBezTo>
                  <a:cubicBezTo>
                    <a:pt x="7180580" y="2172970"/>
                    <a:pt x="7185660" y="2207260"/>
                    <a:pt x="7184390" y="2239010"/>
                  </a:cubicBezTo>
                  <a:cubicBezTo>
                    <a:pt x="7183120" y="2272030"/>
                    <a:pt x="7176770" y="2305050"/>
                    <a:pt x="7165340" y="2335530"/>
                  </a:cubicBezTo>
                  <a:cubicBezTo>
                    <a:pt x="7153910" y="2366010"/>
                    <a:pt x="7137400" y="2396490"/>
                    <a:pt x="7117080" y="2421890"/>
                  </a:cubicBezTo>
                  <a:cubicBezTo>
                    <a:pt x="7096760" y="2447290"/>
                    <a:pt x="7070090" y="2470150"/>
                    <a:pt x="7043420" y="2486660"/>
                  </a:cubicBezTo>
                  <a:cubicBezTo>
                    <a:pt x="7015480" y="2504440"/>
                    <a:pt x="6983730" y="2518410"/>
                    <a:pt x="6951980" y="2526030"/>
                  </a:cubicBezTo>
                  <a:cubicBezTo>
                    <a:pt x="6921500" y="2533650"/>
                    <a:pt x="6885940" y="2536190"/>
                    <a:pt x="6854190" y="2533650"/>
                  </a:cubicBezTo>
                  <a:cubicBezTo>
                    <a:pt x="6822440" y="2531110"/>
                    <a:pt x="6788150" y="2522220"/>
                    <a:pt x="6758940" y="2509520"/>
                  </a:cubicBezTo>
                  <a:cubicBezTo>
                    <a:pt x="6728460" y="2496820"/>
                    <a:pt x="6699250" y="2477770"/>
                    <a:pt x="6675120" y="2456180"/>
                  </a:cubicBezTo>
                  <a:cubicBezTo>
                    <a:pt x="6652260" y="2434590"/>
                    <a:pt x="6630670" y="2407920"/>
                    <a:pt x="6614160" y="2378710"/>
                  </a:cubicBezTo>
                  <a:cubicBezTo>
                    <a:pt x="6598920" y="2350770"/>
                    <a:pt x="6586220" y="2317750"/>
                    <a:pt x="6581140" y="2286000"/>
                  </a:cubicBezTo>
                  <a:cubicBezTo>
                    <a:pt x="6574790" y="2254250"/>
                    <a:pt x="6573520" y="2219960"/>
                    <a:pt x="6578600" y="2188210"/>
                  </a:cubicBezTo>
                  <a:cubicBezTo>
                    <a:pt x="6582410" y="2155190"/>
                    <a:pt x="6592570" y="2122170"/>
                    <a:pt x="6607810" y="2094230"/>
                  </a:cubicBezTo>
                  <a:cubicBezTo>
                    <a:pt x="6621780" y="2065020"/>
                    <a:pt x="6642100" y="2037080"/>
                    <a:pt x="6664960" y="2014220"/>
                  </a:cubicBezTo>
                  <a:cubicBezTo>
                    <a:pt x="6687820" y="1991360"/>
                    <a:pt x="6715760" y="1971040"/>
                    <a:pt x="6744970" y="1957070"/>
                  </a:cubicBezTo>
                  <a:cubicBezTo>
                    <a:pt x="6774180" y="1941830"/>
                    <a:pt x="6807200" y="1932940"/>
                    <a:pt x="6840220" y="1927860"/>
                  </a:cubicBezTo>
                  <a:cubicBezTo>
                    <a:pt x="6871970" y="1924050"/>
                    <a:pt x="6906260" y="1925320"/>
                    <a:pt x="6938010" y="1931670"/>
                  </a:cubicBezTo>
                  <a:cubicBezTo>
                    <a:pt x="6969760" y="1936750"/>
                    <a:pt x="7002780" y="1949450"/>
                    <a:pt x="7030720" y="1965960"/>
                  </a:cubicBezTo>
                  <a:cubicBezTo>
                    <a:pt x="7058660" y="1981200"/>
                    <a:pt x="7085330" y="2002790"/>
                    <a:pt x="7106920" y="2026920"/>
                  </a:cubicBezTo>
                  <a:cubicBezTo>
                    <a:pt x="7128510" y="2051050"/>
                    <a:pt x="7147560" y="2080260"/>
                    <a:pt x="7160260" y="2110740"/>
                  </a:cubicBezTo>
                  <a:cubicBezTo>
                    <a:pt x="7172960" y="2139950"/>
                    <a:pt x="7180580" y="2174240"/>
                    <a:pt x="7183120" y="2205990"/>
                  </a:cubicBezTo>
                  <a:cubicBezTo>
                    <a:pt x="7185660" y="2239010"/>
                    <a:pt x="7183120" y="2273300"/>
                    <a:pt x="7175500" y="2305050"/>
                  </a:cubicBezTo>
                  <a:cubicBezTo>
                    <a:pt x="7167880" y="2335530"/>
                    <a:pt x="7153910" y="2367280"/>
                    <a:pt x="7136130" y="2395220"/>
                  </a:cubicBezTo>
                  <a:cubicBezTo>
                    <a:pt x="7118350" y="2421890"/>
                    <a:pt x="7095490" y="2447290"/>
                    <a:pt x="7070090" y="2467610"/>
                  </a:cubicBezTo>
                  <a:cubicBezTo>
                    <a:pt x="7044690" y="2487930"/>
                    <a:pt x="7014210" y="2505710"/>
                    <a:pt x="6983730" y="2515870"/>
                  </a:cubicBezTo>
                  <a:cubicBezTo>
                    <a:pt x="6953250" y="2527300"/>
                    <a:pt x="6936740" y="2529840"/>
                    <a:pt x="6887210" y="2534920"/>
                  </a:cubicBezTo>
                  <a:cubicBezTo>
                    <a:pt x="6732270" y="2550160"/>
                    <a:pt x="6286500" y="2527300"/>
                    <a:pt x="5918200" y="2542540"/>
                  </a:cubicBezTo>
                  <a:cubicBezTo>
                    <a:pt x="5430520" y="2564130"/>
                    <a:pt x="4625340" y="2649220"/>
                    <a:pt x="4215130" y="2670810"/>
                  </a:cubicBezTo>
                  <a:cubicBezTo>
                    <a:pt x="3985260" y="2683510"/>
                    <a:pt x="3858260" y="2686050"/>
                    <a:pt x="3674110" y="2687320"/>
                  </a:cubicBezTo>
                  <a:cubicBezTo>
                    <a:pt x="3479800" y="2689860"/>
                    <a:pt x="3274060" y="2687320"/>
                    <a:pt x="3077210" y="2679700"/>
                  </a:cubicBezTo>
                  <a:cubicBezTo>
                    <a:pt x="2884170" y="2673350"/>
                    <a:pt x="2678430" y="2661920"/>
                    <a:pt x="2505710" y="2645410"/>
                  </a:cubicBezTo>
                  <a:cubicBezTo>
                    <a:pt x="2360930" y="2631440"/>
                    <a:pt x="2249170" y="2620010"/>
                    <a:pt x="2106930" y="2594610"/>
                  </a:cubicBezTo>
                  <a:cubicBezTo>
                    <a:pt x="1943100" y="2565400"/>
                    <a:pt x="1742440" y="2533650"/>
                    <a:pt x="1578610" y="2475230"/>
                  </a:cubicBezTo>
                  <a:cubicBezTo>
                    <a:pt x="1422400" y="2419350"/>
                    <a:pt x="1266190" y="2344420"/>
                    <a:pt x="1141730" y="2256790"/>
                  </a:cubicBezTo>
                  <a:cubicBezTo>
                    <a:pt x="1032510" y="2180590"/>
                    <a:pt x="953770" y="2091690"/>
                    <a:pt x="862330" y="1993900"/>
                  </a:cubicBezTo>
                  <a:cubicBezTo>
                    <a:pt x="763270" y="1885950"/>
                    <a:pt x="662940" y="1766570"/>
                    <a:pt x="571500" y="1635760"/>
                  </a:cubicBezTo>
                  <a:cubicBezTo>
                    <a:pt x="471170" y="1492250"/>
                    <a:pt x="364490" y="1306830"/>
                    <a:pt x="292100" y="1163320"/>
                  </a:cubicBezTo>
                  <a:cubicBezTo>
                    <a:pt x="234950" y="1050290"/>
                    <a:pt x="201930" y="969010"/>
                    <a:pt x="158750" y="852170"/>
                  </a:cubicBezTo>
                  <a:cubicBezTo>
                    <a:pt x="106680" y="708660"/>
                    <a:pt x="17780" y="457200"/>
                    <a:pt x="5080" y="361950"/>
                  </a:cubicBezTo>
                  <a:cubicBezTo>
                    <a:pt x="0" y="323850"/>
                    <a:pt x="5080" y="307340"/>
                    <a:pt x="8890" y="280670"/>
                  </a:cubicBezTo>
                  <a:cubicBezTo>
                    <a:pt x="13970" y="254000"/>
                    <a:pt x="21590" y="227330"/>
                    <a:pt x="33020" y="203200"/>
                  </a:cubicBezTo>
                  <a:cubicBezTo>
                    <a:pt x="43180" y="177800"/>
                    <a:pt x="58420" y="153670"/>
                    <a:pt x="74930" y="133350"/>
                  </a:cubicBezTo>
                  <a:cubicBezTo>
                    <a:pt x="90170" y="111760"/>
                    <a:pt x="110490" y="91440"/>
                    <a:pt x="130810" y="74930"/>
                  </a:cubicBezTo>
                  <a:cubicBezTo>
                    <a:pt x="152400" y="58420"/>
                    <a:pt x="176530" y="43180"/>
                    <a:pt x="200660" y="31750"/>
                  </a:cubicBezTo>
                  <a:cubicBezTo>
                    <a:pt x="224790" y="20320"/>
                    <a:pt x="251460" y="12700"/>
                    <a:pt x="278130" y="7620"/>
                  </a:cubicBezTo>
                  <a:cubicBezTo>
                    <a:pt x="303530" y="2540"/>
                    <a:pt x="331470" y="0"/>
                    <a:pt x="358140" y="1270"/>
                  </a:cubicBezTo>
                  <a:cubicBezTo>
                    <a:pt x="386080" y="2540"/>
                    <a:pt x="412750" y="7620"/>
                    <a:pt x="439420" y="15240"/>
                  </a:cubicBezTo>
                  <a:cubicBezTo>
                    <a:pt x="464820" y="22860"/>
                    <a:pt x="490220" y="34290"/>
                    <a:pt x="513080" y="48260"/>
                  </a:cubicBezTo>
                  <a:cubicBezTo>
                    <a:pt x="535940" y="62230"/>
                    <a:pt x="558800" y="78740"/>
                    <a:pt x="577850" y="97790"/>
                  </a:cubicBezTo>
                  <a:cubicBezTo>
                    <a:pt x="596900" y="116840"/>
                    <a:pt x="614680" y="138430"/>
                    <a:pt x="628650" y="161290"/>
                  </a:cubicBezTo>
                  <a:cubicBezTo>
                    <a:pt x="642620" y="184150"/>
                    <a:pt x="662940" y="234950"/>
                    <a:pt x="662940" y="234950"/>
                  </a:cubicBezTo>
                </a:path>
              </a:pathLst>
            </a:custGeom>
            <a:solidFill>
              <a:srgbClr val="FFBB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98271" y="771325"/>
            <a:ext cx="10924017" cy="4129217"/>
            <a:chOff x="0" y="0"/>
            <a:chExt cx="2998640" cy="11334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98640" cy="1133469"/>
            </a:xfrm>
            <a:custGeom>
              <a:avLst/>
              <a:gdLst/>
              <a:ahLst/>
              <a:cxnLst/>
              <a:rect l="l" t="t" r="r" b="b"/>
              <a:pathLst>
                <a:path w="2998640" h="1133469">
                  <a:moveTo>
                    <a:pt x="36144" y="0"/>
                  </a:moveTo>
                  <a:lnTo>
                    <a:pt x="2962496" y="0"/>
                  </a:lnTo>
                  <a:cubicBezTo>
                    <a:pt x="2972082" y="0"/>
                    <a:pt x="2981275" y="3808"/>
                    <a:pt x="2988054" y="10586"/>
                  </a:cubicBezTo>
                  <a:cubicBezTo>
                    <a:pt x="2994832" y="17365"/>
                    <a:pt x="2998640" y="26558"/>
                    <a:pt x="2998640" y="36144"/>
                  </a:cubicBezTo>
                  <a:lnTo>
                    <a:pt x="2998640" y="1097325"/>
                  </a:lnTo>
                  <a:cubicBezTo>
                    <a:pt x="2998640" y="1106911"/>
                    <a:pt x="2994832" y="1116104"/>
                    <a:pt x="2988054" y="1122883"/>
                  </a:cubicBezTo>
                  <a:cubicBezTo>
                    <a:pt x="2981275" y="1129661"/>
                    <a:pt x="2972082" y="1133469"/>
                    <a:pt x="2962496" y="1133469"/>
                  </a:cubicBezTo>
                  <a:lnTo>
                    <a:pt x="36144" y="1133469"/>
                  </a:lnTo>
                  <a:cubicBezTo>
                    <a:pt x="26558" y="1133469"/>
                    <a:pt x="17365" y="1129661"/>
                    <a:pt x="10586" y="1122883"/>
                  </a:cubicBezTo>
                  <a:cubicBezTo>
                    <a:pt x="3808" y="1116104"/>
                    <a:pt x="0" y="1106911"/>
                    <a:pt x="0" y="1097325"/>
                  </a:cubicBezTo>
                  <a:lnTo>
                    <a:pt x="0" y="36144"/>
                  </a:lnTo>
                  <a:cubicBezTo>
                    <a:pt x="0" y="26558"/>
                    <a:pt x="3808" y="17365"/>
                    <a:pt x="10586" y="10586"/>
                  </a:cubicBezTo>
                  <a:cubicBezTo>
                    <a:pt x="17365" y="3808"/>
                    <a:pt x="26558" y="0"/>
                    <a:pt x="36144" y="0"/>
                  </a:cubicBezTo>
                  <a:close/>
                </a:path>
              </a:pathLst>
            </a:custGeom>
            <a:solidFill>
              <a:srgbClr val="002E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998640" cy="1171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05502" y="-718852"/>
            <a:ext cx="6719888" cy="4265295"/>
            <a:chOff x="0" y="0"/>
            <a:chExt cx="8959850" cy="5687060"/>
          </a:xfrm>
        </p:grpSpPr>
        <p:sp>
          <p:nvSpPr>
            <p:cNvPr id="6" name="Freeform 6"/>
            <p:cNvSpPr/>
            <p:nvPr/>
          </p:nvSpPr>
          <p:spPr>
            <a:xfrm>
              <a:off x="48260" y="48260"/>
              <a:ext cx="8863330" cy="5586730"/>
            </a:xfrm>
            <a:custGeom>
              <a:avLst/>
              <a:gdLst/>
              <a:ahLst/>
              <a:cxnLst/>
              <a:rect l="l" t="t" r="r" b="b"/>
              <a:pathLst>
                <a:path w="8863330" h="5586730">
                  <a:moveTo>
                    <a:pt x="2540" y="5208270"/>
                  </a:moveTo>
                  <a:cubicBezTo>
                    <a:pt x="55880" y="4819650"/>
                    <a:pt x="90170" y="4668520"/>
                    <a:pt x="140970" y="4550410"/>
                  </a:cubicBezTo>
                  <a:cubicBezTo>
                    <a:pt x="189230" y="4438650"/>
                    <a:pt x="247650" y="4344670"/>
                    <a:pt x="322580" y="4245610"/>
                  </a:cubicBezTo>
                  <a:cubicBezTo>
                    <a:pt x="406400" y="4133850"/>
                    <a:pt x="519430" y="4013200"/>
                    <a:pt x="629920" y="3923030"/>
                  </a:cubicBezTo>
                  <a:cubicBezTo>
                    <a:pt x="735330" y="3837940"/>
                    <a:pt x="849630" y="3761740"/>
                    <a:pt x="966470" y="3714750"/>
                  </a:cubicBezTo>
                  <a:cubicBezTo>
                    <a:pt x="1076960" y="3669030"/>
                    <a:pt x="1174750" y="3639820"/>
                    <a:pt x="1310640" y="3636010"/>
                  </a:cubicBezTo>
                  <a:cubicBezTo>
                    <a:pt x="1503680" y="3630930"/>
                    <a:pt x="1816100" y="3741420"/>
                    <a:pt x="2016760" y="3757930"/>
                  </a:cubicBezTo>
                  <a:cubicBezTo>
                    <a:pt x="2161540" y="3770630"/>
                    <a:pt x="2294890" y="3806190"/>
                    <a:pt x="2395220" y="3756660"/>
                  </a:cubicBezTo>
                  <a:cubicBezTo>
                    <a:pt x="2493010" y="3708400"/>
                    <a:pt x="2546350" y="3596640"/>
                    <a:pt x="2614930" y="3473450"/>
                  </a:cubicBezTo>
                  <a:cubicBezTo>
                    <a:pt x="2716530" y="3290570"/>
                    <a:pt x="2787650" y="2929890"/>
                    <a:pt x="2891790" y="2738120"/>
                  </a:cubicBezTo>
                  <a:cubicBezTo>
                    <a:pt x="2966720" y="2597150"/>
                    <a:pt x="3042920" y="2491740"/>
                    <a:pt x="3135630" y="2401570"/>
                  </a:cubicBezTo>
                  <a:cubicBezTo>
                    <a:pt x="3221990" y="2317750"/>
                    <a:pt x="3308350" y="2247900"/>
                    <a:pt x="3422650" y="2203450"/>
                  </a:cubicBezTo>
                  <a:cubicBezTo>
                    <a:pt x="3556000" y="2151380"/>
                    <a:pt x="3719830" y="2136140"/>
                    <a:pt x="3896360" y="2134870"/>
                  </a:cubicBezTo>
                  <a:cubicBezTo>
                    <a:pt x="4119880" y="2133600"/>
                    <a:pt x="4453890" y="2200910"/>
                    <a:pt x="4654550" y="2235200"/>
                  </a:cubicBezTo>
                  <a:cubicBezTo>
                    <a:pt x="4787900" y="2258060"/>
                    <a:pt x="4876800" y="2311400"/>
                    <a:pt x="4986020" y="2305050"/>
                  </a:cubicBezTo>
                  <a:cubicBezTo>
                    <a:pt x="5092700" y="2299970"/>
                    <a:pt x="5228590" y="2277110"/>
                    <a:pt x="5300980" y="2205990"/>
                  </a:cubicBezTo>
                  <a:cubicBezTo>
                    <a:pt x="5378450" y="2129790"/>
                    <a:pt x="5364480" y="1960880"/>
                    <a:pt x="5417820" y="1842770"/>
                  </a:cubicBezTo>
                  <a:cubicBezTo>
                    <a:pt x="5473700" y="1720850"/>
                    <a:pt x="5558790" y="1596390"/>
                    <a:pt x="5634990" y="1489710"/>
                  </a:cubicBezTo>
                  <a:cubicBezTo>
                    <a:pt x="5704840" y="1391920"/>
                    <a:pt x="5764530" y="1304290"/>
                    <a:pt x="5852160" y="1224280"/>
                  </a:cubicBezTo>
                  <a:cubicBezTo>
                    <a:pt x="5948680" y="1135380"/>
                    <a:pt x="6070600" y="1032510"/>
                    <a:pt x="6196330" y="990600"/>
                  </a:cubicBezTo>
                  <a:cubicBezTo>
                    <a:pt x="6320790" y="947420"/>
                    <a:pt x="6470650" y="953770"/>
                    <a:pt x="6600190" y="965200"/>
                  </a:cubicBezTo>
                  <a:cubicBezTo>
                    <a:pt x="6724650" y="976630"/>
                    <a:pt x="6838950" y="1054100"/>
                    <a:pt x="6960870" y="1056640"/>
                  </a:cubicBezTo>
                  <a:cubicBezTo>
                    <a:pt x="7084060" y="1057910"/>
                    <a:pt x="7222490" y="1026160"/>
                    <a:pt x="7334250" y="974090"/>
                  </a:cubicBezTo>
                  <a:cubicBezTo>
                    <a:pt x="7443470" y="923290"/>
                    <a:pt x="7518400" y="850900"/>
                    <a:pt x="7626350" y="750570"/>
                  </a:cubicBezTo>
                  <a:cubicBezTo>
                    <a:pt x="7792720" y="598170"/>
                    <a:pt x="8086090" y="223520"/>
                    <a:pt x="8201660" y="118110"/>
                  </a:cubicBezTo>
                  <a:cubicBezTo>
                    <a:pt x="8246110" y="77470"/>
                    <a:pt x="8265160" y="62230"/>
                    <a:pt x="8301990" y="44450"/>
                  </a:cubicBezTo>
                  <a:cubicBezTo>
                    <a:pt x="8338820" y="25400"/>
                    <a:pt x="8379460" y="12700"/>
                    <a:pt x="8420100" y="6350"/>
                  </a:cubicBezTo>
                  <a:cubicBezTo>
                    <a:pt x="8460740" y="0"/>
                    <a:pt x="8503920" y="0"/>
                    <a:pt x="8544560" y="7620"/>
                  </a:cubicBezTo>
                  <a:cubicBezTo>
                    <a:pt x="8585200" y="15240"/>
                    <a:pt x="8625840" y="29210"/>
                    <a:pt x="8662670" y="49530"/>
                  </a:cubicBezTo>
                  <a:cubicBezTo>
                    <a:pt x="8698230" y="68580"/>
                    <a:pt x="8732520" y="95250"/>
                    <a:pt x="8760460" y="125730"/>
                  </a:cubicBezTo>
                  <a:cubicBezTo>
                    <a:pt x="8788400" y="156210"/>
                    <a:pt x="8811260" y="191770"/>
                    <a:pt x="8829040" y="229870"/>
                  </a:cubicBezTo>
                  <a:cubicBezTo>
                    <a:pt x="8845550" y="266700"/>
                    <a:pt x="8855710" y="309880"/>
                    <a:pt x="8859520" y="350520"/>
                  </a:cubicBezTo>
                  <a:cubicBezTo>
                    <a:pt x="8863330" y="391160"/>
                    <a:pt x="8860790" y="434340"/>
                    <a:pt x="8851900" y="473710"/>
                  </a:cubicBezTo>
                  <a:cubicBezTo>
                    <a:pt x="8841740" y="514350"/>
                    <a:pt x="8825230" y="553720"/>
                    <a:pt x="8803640" y="589280"/>
                  </a:cubicBezTo>
                  <a:cubicBezTo>
                    <a:pt x="8782050" y="623570"/>
                    <a:pt x="8754110" y="656590"/>
                    <a:pt x="8722360" y="683260"/>
                  </a:cubicBezTo>
                  <a:cubicBezTo>
                    <a:pt x="8690610" y="708660"/>
                    <a:pt x="8652510" y="730250"/>
                    <a:pt x="8614410" y="745490"/>
                  </a:cubicBezTo>
                  <a:cubicBezTo>
                    <a:pt x="8576310" y="759460"/>
                    <a:pt x="8533130" y="768350"/>
                    <a:pt x="8492490" y="770890"/>
                  </a:cubicBezTo>
                  <a:cubicBezTo>
                    <a:pt x="8451850" y="772160"/>
                    <a:pt x="8408670" y="767080"/>
                    <a:pt x="8369300" y="755650"/>
                  </a:cubicBezTo>
                  <a:cubicBezTo>
                    <a:pt x="8329930" y="744220"/>
                    <a:pt x="8290560" y="725170"/>
                    <a:pt x="8257540" y="701040"/>
                  </a:cubicBezTo>
                  <a:cubicBezTo>
                    <a:pt x="8223250" y="678180"/>
                    <a:pt x="8192770" y="647700"/>
                    <a:pt x="8168640" y="614680"/>
                  </a:cubicBezTo>
                  <a:cubicBezTo>
                    <a:pt x="8143240" y="581660"/>
                    <a:pt x="8124190" y="542290"/>
                    <a:pt x="8111490" y="504190"/>
                  </a:cubicBezTo>
                  <a:cubicBezTo>
                    <a:pt x="8098790" y="464820"/>
                    <a:pt x="8092440" y="421640"/>
                    <a:pt x="8092440" y="381000"/>
                  </a:cubicBezTo>
                  <a:cubicBezTo>
                    <a:pt x="8093710" y="340360"/>
                    <a:pt x="8101330" y="297180"/>
                    <a:pt x="8115300" y="257810"/>
                  </a:cubicBezTo>
                  <a:cubicBezTo>
                    <a:pt x="8128000" y="219710"/>
                    <a:pt x="8149590" y="181610"/>
                    <a:pt x="8174990" y="149860"/>
                  </a:cubicBezTo>
                  <a:cubicBezTo>
                    <a:pt x="8200390" y="116840"/>
                    <a:pt x="8232140" y="87630"/>
                    <a:pt x="8266430" y="64770"/>
                  </a:cubicBezTo>
                  <a:cubicBezTo>
                    <a:pt x="8300720" y="43180"/>
                    <a:pt x="8340090" y="25400"/>
                    <a:pt x="8379460" y="13970"/>
                  </a:cubicBezTo>
                  <a:cubicBezTo>
                    <a:pt x="8418830" y="3810"/>
                    <a:pt x="8463280" y="0"/>
                    <a:pt x="8503920" y="2540"/>
                  </a:cubicBezTo>
                  <a:cubicBezTo>
                    <a:pt x="8544560" y="5080"/>
                    <a:pt x="8586470" y="15240"/>
                    <a:pt x="8624570" y="31750"/>
                  </a:cubicBezTo>
                  <a:cubicBezTo>
                    <a:pt x="8662670" y="46990"/>
                    <a:pt x="8699500" y="69850"/>
                    <a:pt x="8729980" y="96520"/>
                  </a:cubicBezTo>
                  <a:cubicBezTo>
                    <a:pt x="8761730" y="123190"/>
                    <a:pt x="8788400" y="157480"/>
                    <a:pt x="8809990" y="193040"/>
                  </a:cubicBezTo>
                  <a:cubicBezTo>
                    <a:pt x="8830310" y="228600"/>
                    <a:pt x="8845550" y="269240"/>
                    <a:pt x="8854440" y="308610"/>
                  </a:cubicBezTo>
                  <a:cubicBezTo>
                    <a:pt x="8862060" y="349250"/>
                    <a:pt x="8863330" y="392430"/>
                    <a:pt x="8859520" y="433070"/>
                  </a:cubicBezTo>
                  <a:cubicBezTo>
                    <a:pt x="8854440" y="473710"/>
                    <a:pt x="8841740" y="515620"/>
                    <a:pt x="8823960" y="552450"/>
                  </a:cubicBezTo>
                  <a:cubicBezTo>
                    <a:pt x="8806180" y="589280"/>
                    <a:pt x="8788400" y="610870"/>
                    <a:pt x="8752840" y="654050"/>
                  </a:cubicBezTo>
                  <a:cubicBezTo>
                    <a:pt x="8676640" y="750570"/>
                    <a:pt x="8484870" y="952500"/>
                    <a:pt x="8360410" y="1085850"/>
                  </a:cubicBezTo>
                  <a:cubicBezTo>
                    <a:pt x="8249920" y="1203960"/>
                    <a:pt x="8158480" y="1316990"/>
                    <a:pt x="8045450" y="1413510"/>
                  </a:cubicBezTo>
                  <a:cubicBezTo>
                    <a:pt x="7934960" y="1506220"/>
                    <a:pt x="7820660" y="1590040"/>
                    <a:pt x="7693660" y="1656080"/>
                  </a:cubicBezTo>
                  <a:cubicBezTo>
                    <a:pt x="7564120" y="1724660"/>
                    <a:pt x="7419340" y="1786890"/>
                    <a:pt x="7272020" y="1812290"/>
                  </a:cubicBezTo>
                  <a:cubicBezTo>
                    <a:pt x="7118350" y="1840230"/>
                    <a:pt x="6948170" y="1804670"/>
                    <a:pt x="6789420" y="1808480"/>
                  </a:cubicBezTo>
                  <a:cubicBezTo>
                    <a:pt x="6635750" y="1813560"/>
                    <a:pt x="6442710" y="1776730"/>
                    <a:pt x="6332220" y="1840230"/>
                  </a:cubicBezTo>
                  <a:cubicBezTo>
                    <a:pt x="6235700" y="1894840"/>
                    <a:pt x="6188710" y="2020570"/>
                    <a:pt x="6137910" y="2124710"/>
                  </a:cubicBezTo>
                  <a:cubicBezTo>
                    <a:pt x="6084570" y="2233930"/>
                    <a:pt x="6070600" y="2366010"/>
                    <a:pt x="6021070" y="2480310"/>
                  </a:cubicBezTo>
                  <a:cubicBezTo>
                    <a:pt x="5971540" y="2595880"/>
                    <a:pt x="5922010" y="2721610"/>
                    <a:pt x="5839460" y="2814320"/>
                  </a:cubicBezTo>
                  <a:cubicBezTo>
                    <a:pt x="5754370" y="2908300"/>
                    <a:pt x="5636260" y="2992120"/>
                    <a:pt x="5518150" y="3037840"/>
                  </a:cubicBezTo>
                  <a:cubicBezTo>
                    <a:pt x="5397500" y="3083560"/>
                    <a:pt x="5274310" y="3088640"/>
                    <a:pt x="5119370" y="3084830"/>
                  </a:cubicBezTo>
                  <a:cubicBezTo>
                    <a:pt x="4897120" y="3079750"/>
                    <a:pt x="4544060" y="2987040"/>
                    <a:pt x="4315460" y="2954020"/>
                  </a:cubicBezTo>
                  <a:cubicBezTo>
                    <a:pt x="4145280" y="2928620"/>
                    <a:pt x="3999230" y="2872740"/>
                    <a:pt x="3869690" y="2896870"/>
                  </a:cubicBezTo>
                  <a:cubicBezTo>
                    <a:pt x="3759200" y="2917190"/>
                    <a:pt x="3662680" y="2957830"/>
                    <a:pt x="3578860" y="3053080"/>
                  </a:cubicBezTo>
                  <a:cubicBezTo>
                    <a:pt x="3445510" y="3202940"/>
                    <a:pt x="3383280" y="3619500"/>
                    <a:pt x="3276600" y="3823970"/>
                  </a:cubicBezTo>
                  <a:cubicBezTo>
                    <a:pt x="3200400" y="3970020"/>
                    <a:pt x="3133090" y="4083050"/>
                    <a:pt x="3040380" y="4182110"/>
                  </a:cubicBezTo>
                  <a:cubicBezTo>
                    <a:pt x="2952750" y="4274820"/>
                    <a:pt x="2856230" y="4354830"/>
                    <a:pt x="2739390" y="4408170"/>
                  </a:cubicBezTo>
                  <a:cubicBezTo>
                    <a:pt x="2612390" y="4465320"/>
                    <a:pt x="2442210" y="4490720"/>
                    <a:pt x="2301240" y="4502150"/>
                  </a:cubicBezTo>
                  <a:cubicBezTo>
                    <a:pt x="2170430" y="4512310"/>
                    <a:pt x="2044700" y="4498340"/>
                    <a:pt x="1921510" y="4484370"/>
                  </a:cubicBezTo>
                  <a:cubicBezTo>
                    <a:pt x="1802130" y="4470400"/>
                    <a:pt x="1694180" y="4432300"/>
                    <a:pt x="1572260" y="4422140"/>
                  </a:cubicBezTo>
                  <a:cubicBezTo>
                    <a:pt x="1440180" y="4409440"/>
                    <a:pt x="1272540" y="4375150"/>
                    <a:pt x="1154430" y="4419600"/>
                  </a:cubicBezTo>
                  <a:cubicBezTo>
                    <a:pt x="1046480" y="4460240"/>
                    <a:pt x="958850" y="4561840"/>
                    <a:pt x="885190" y="4657090"/>
                  </a:cubicBezTo>
                  <a:cubicBezTo>
                    <a:pt x="808990" y="4758690"/>
                    <a:pt x="748030" y="4893310"/>
                    <a:pt x="709930" y="5015230"/>
                  </a:cubicBezTo>
                  <a:cubicBezTo>
                    <a:pt x="675640" y="5129530"/>
                    <a:pt x="683260" y="5292090"/>
                    <a:pt x="660400" y="5364480"/>
                  </a:cubicBezTo>
                  <a:cubicBezTo>
                    <a:pt x="648970" y="5398770"/>
                    <a:pt x="637540" y="5415280"/>
                    <a:pt x="622300" y="5438140"/>
                  </a:cubicBezTo>
                  <a:cubicBezTo>
                    <a:pt x="607060" y="5459730"/>
                    <a:pt x="589280" y="5481320"/>
                    <a:pt x="568960" y="5499100"/>
                  </a:cubicBezTo>
                  <a:cubicBezTo>
                    <a:pt x="548640" y="5518150"/>
                    <a:pt x="525780" y="5533390"/>
                    <a:pt x="501650" y="5546090"/>
                  </a:cubicBezTo>
                  <a:cubicBezTo>
                    <a:pt x="477520" y="5560060"/>
                    <a:pt x="450850" y="5570220"/>
                    <a:pt x="425450" y="5576570"/>
                  </a:cubicBezTo>
                  <a:cubicBezTo>
                    <a:pt x="398780" y="5582920"/>
                    <a:pt x="370840" y="5586730"/>
                    <a:pt x="342900" y="5586730"/>
                  </a:cubicBezTo>
                  <a:cubicBezTo>
                    <a:pt x="316230" y="5586730"/>
                    <a:pt x="288290" y="5584190"/>
                    <a:pt x="261620" y="5577840"/>
                  </a:cubicBezTo>
                  <a:cubicBezTo>
                    <a:pt x="234950" y="5571490"/>
                    <a:pt x="209550" y="5561330"/>
                    <a:pt x="185420" y="5548630"/>
                  </a:cubicBezTo>
                  <a:cubicBezTo>
                    <a:pt x="161290" y="5537200"/>
                    <a:pt x="137160" y="5520690"/>
                    <a:pt x="116840" y="5502910"/>
                  </a:cubicBezTo>
                  <a:cubicBezTo>
                    <a:pt x="96520" y="5485130"/>
                    <a:pt x="77470" y="5464810"/>
                    <a:pt x="62230" y="5441950"/>
                  </a:cubicBezTo>
                  <a:cubicBezTo>
                    <a:pt x="46990" y="5420360"/>
                    <a:pt x="33020" y="5394960"/>
                    <a:pt x="22860" y="5369560"/>
                  </a:cubicBezTo>
                  <a:cubicBezTo>
                    <a:pt x="13970" y="5344160"/>
                    <a:pt x="6350" y="5317490"/>
                    <a:pt x="2540" y="5289550"/>
                  </a:cubicBezTo>
                  <a:cubicBezTo>
                    <a:pt x="0" y="5262880"/>
                    <a:pt x="2540" y="5208270"/>
                    <a:pt x="2540" y="5208270"/>
                  </a:cubicBezTo>
                </a:path>
              </a:pathLst>
            </a:custGeom>
            <a:solidFill>
              <a:srgbClr val="FFBB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982286" y="7530465"/>
            <a:ext cx="6715125" cy="3455670"/>
            <a:chOff x="0" y="0"/>
            <a:chExt cx="8953500" cy="4607560"/>
          </a:xfrm>
        </p:grpSpPr>
        <p:sp>
          <p:nvSpPr>
            <p:cNvPr id="8" name="Freeform 8"/>
            <p:cNvSpPr/>
            <p:nvPr/>
          </p:nvSpPr>
          <p:spPr>
            <a:xfrm>
              <a:off x="49530" y="49530"/>
              <a:ext cx="8854440" cy="4508500"/>
            </a:xfrm>
            <a:custGeom>
              <a:avLst/>
              <a:gdLst/>
              <a:ahLst/>
              <a:cxnLst/>
              <a:rect l="l" t="t" r="r" b="b"/>
              <a:pathLst>
                <a:path w="8854440" h="4508500">
                  <a:moveTo>
                    <a:pt x="16510" y="4065270"/>
                  </a:moveTo>
                  <a:cubicBezTo>
                    <a:pt x="293370" y="3276600"/>
                    <a:pt x="346710" y="3153410"/>
                    <a:pt x="426720" y="3022600"/>
                  </a:cubicBezTo>
                  <a:cubicBezTo>
                    <a:pt x="513080" y="2882900"/>
                    <a:pt x="637540" y="2730500"/>
                    <a:pt x="739140" y="2617470"/>
                  </a:cubicBezTo>
                  <a:cubicBezTo>
                    <a:pt x="822960" y="2524760"/>
                    <a:pt x="895350" y="2457450"/>
                    <a:pt x="988060" y="2381250"/>
                  </a:cubicBezTo>
                  <a:cubicBezTo>
                    <a:pt x="1089660" y="2297430"/>
                    <a:pt x="1212850" y="2200910"/>
                    <a:pt x="1328420" y="2141220"/>
                  </a:cubicBezTo>
                  <a:cubicBezTo>
                    <a:pt x="1431290" y="2086610"/>
                    <a:pt x="1521460" y="2038350"/>
                    <a:pt x="1643380" y="2028190"/>
                  </a:cubicBezTo>
                  <a:cubicBezTo>
                    <a:pt x="1802130" y="2014220"/>
                    <a:pt x="2038350" y="2066290"/>
                    <a:pt x="2202180" y="2120900"/>
                  </a:cubicBezTo>
                  <a:cubicBezTo>
                    <a:pt x="2343150" y="2167890"/>
                    <a:pt x="2459990" y="2247900"/>
                    <a:pt x="2574290" y="2315210"/>
                  </a:cubicBezTo>
                  <a:cubicBezTo>
                    <a:pt x="2678430" y="2374900"/>
                    <a:pt x="2763520" y="2449830"/>
                    <a:pt x="2863850" y="2501900"/>
                  </a:cubicBezTo>
                  <a:cubicBezTo>
                    <a:pt x="2962910" y="2553970"/>
                    <a:pt x="3073400" y="2645410"/>
                    <a:pt x="3171190" y="2626360"/>
                  </a:cubicBezTo>
                  <a:cubicBezTo>
                    <a:pt x="3281680" y="2604770"/>
                    <a:pt x="3392170" y="2440940"/>
                    <a:pt x="3483610" y="2329180"/>
                  </a:cubicBezTo>
                  <a:cubicBezTo>
                    <a:pt x="3577590" y="2216150"/>
                    <a:pt x="3639820" y="2063750"/>
                    <a:pt x="3726180" y="1951990"/>
                  </a:cubicBezTo>
                  <a:cubicBezTo>
                    <a:pt x="3803650" y="1849120"/>
                    <a:pt x="3881120" y="1762760"/>
                    <a:pt x="3971290" y="1678940"/>
                  </a:cubicBezTo>
                  <a:cubicBezTo>
                    <a:pt x="4064000" y="1591310"/>
                    <a:pt x="4165600" y="1508760"/>
                    <a:pt x="4277360" y="1437640"/>
                  </a:cubicBezTo>
                  <a:cubicBezTo>
                    <a:pt x="4395470" y="1362710"/>
                    <a:pt x="4525010" y="1292860"/>
                    <a:pt x="4662170" y="1244600"/>
                  </a:cubicBezTo>
                  <a:cubicBezTo>
                    <a:pt x="4805680" y="1192530"/>
                    <a:pt x="4964430" y="1159510"/>
                    <a:pt x="5121910" y="1141730"/>
                  </a:cubicBezTo>
                  <a:cubicBezTo>
                    <a:pt x="5280660" y="1122680"/>
                    <a:pt x="5427980" y="1126490"/>
                    <a:pt x="5610860" y="1136650"/>
                  </a:cubicBezTo>
                  <a:cubicBezTo>
                    <a:pt x="5843270" y="1149350"/>
                    <a:pt x="6187440" y="1221740"/>
                    <a:pt x="6400800" y="1234440"/>
                  </a:cubicBezTo>
                  <a:cubicBezTo>
                    <a:pt x="6545580" y="1242060"/>
                    <a:pt x="6638290" y="1244600"/>
                    <a:pt x="6766560" y="1230630"/>
                  </a:cubicBezTo>
                  <a:cubicBezTo>
                    <a:pt x="6912610" y="1214120"/>
                    <a:pt x="7086600" y="1184910"/>
                    <a:pt x="7226300" y="1129030"/>
                  </a:cubicBezTo>
                  <a:cubicBezTo>
                    <a:pt x="7358380" y="1075690"/>
                    <a:pt x="7473950" y="1000760"/>
                    <a:pt x="7585710" y="908050"/>
                  </a:cubicBezTo>
                  <a:cubicBezTo>
                    <a:pt x="7708900" y="803910"/>
                    <a:pt x="7819390" y="654050"/>
                    <a:pt x="7927340" y="523240"/>
                  </a:cubicBezTo>
                  <a:cubicBezTo>
                    <a:pt x="8031480" y="397510"/>
                    <a:pt x="8152130" y="214630"/>
                    <a:pt x="8223250" y="137160"/>
                  </a:cubicBezTo>
                  <a:cubicBezTo>
                    <a:pt x="8257540" y="99060"/>
                    <a:pt x="8275320" y="80010"/>
                    <a:pt x="8307070" y="59690"/>
                  </a:cubicBezTo>
                  <a:cubicBezTo>
                    <a:pt x="8337550" y="39370"/>
                    <a:pt x="8374380" y="22860"/>
                    <a:pt x="8409940" y="12700"/>
                  </a:cubicBezTo>
                  <a:cubicBezTo>
                    <a:pt x="8446770" y="3810"/>
                    <a:pt x="8486140" y="0"/>
                    <a:pt x="8524240" y="1270"/>
                  </a:cubicBezTo>
                  <a:cubicBezTo>
                    <a:pt x="8561070" y="3810"/>
                    <a:pt x="8600440" y="12700"/>
                    <a:pt x="8634730" y="27940"/>
                  </a:cubicBezTo>
                  <a:cubicBezTo>
                    <a:pt x="8669020" y="41910"/>
                    <a:pt x="8703310" y="62230"/>
                    <a:pt x="8731250" y="87630"/>
                  </a:cubicBezTo>
                  <a:cubicBezTo>
                    <a:pt x="8759190" y="111760"/>
                    <a:pt x="8784590" y="142240"/>
                    <a:pt x="8803640" y="173990"/>
                  </a:cubicBezTo>
                  <a:cubicBezTo>
                    <a:pt x="8822690" y="207010"/>
                    <a:pt x="8837930" y="243840"/>
                    <a:pt x="8845550" y="280670"/>
                  </a:cubicBezTo>
                  <a:cubicBezTo>
                    <a:pt x="8853170" y="317500"/>
                    <a:pt x="8854440" y="356870"/>
                    <a:pt x="8850630" y="393700"/>
                  </a:cubicBezTo>
                  <a:cubicBezTo>
                    <a:pt x="8845550" y="431800"/>
                    <a:pt x="8834120" y="469900"/>
                    <a:pt x="8818880" y="502920"/>
                  </a:cubicBezTo>
                  <a:cubicBezTo>
                    <a:pt x="8802370" y="537210"/>
                    <a:pt x="8779510" y="570230"/>
                    <a:pt x="8754110" y="596900"/>
                  </a:cubicBezTo>
                  <a:cubicBezTo>
                    <a:pt x="8727440" y="623570"/>
                    <a:pt x="8695690" y="647700"/>
                    <a:pt x="8662670" y="665480"/>
                  </a:cubicBezTo>
                  <a:cubicBezTo>
                    <a:pt x="8629650" y="681990"/>
                    <a:pt x="8591550" y="694690"/>
                    <a:pt x="8554720" y="699770"/>
                  </a:cubicBezTo>
                  <a:cubicBezTo>
                    <a:pt x="8517890" y="706120"/>
                    <a:pt x="8477250" y="706120"/>
                    <a:pt x="8440420" y="698500"/>
                  </a:cubicBezTo>
                  <a:cubicBezTo>
                    <a:pt x="8403590" y="692150"/>
                    <a:pt x="8365490" y="679450"/>
                    <a:pt x="8333740" y="661670"/>
                  </a:cubicBezTo>
                  <a:cubicBezTo>
                    <a:pt x="8300720" y="643890"/>
                    <a:pt x="8268970" y="619760"/>
                    <a:pt x="8243570" y="591820"/>
                  </a:cubicBezTo>
                  <a:cubicBezTo>
                    <a:pt x="8218170" y="563880"/>
                    <a:pt x="8195310" y="530860"/>
                    <a:pt x="8180070" y="496570"/>
                  </a:cubicBezTo>
                  <a:cubicBezTo>
                    <a:pt x="8164830" y="463550"/>
                    <a:pt x="8154670" y="424180"/>
                    <a:pt x="8150860" y="387350"/>
                  </a:cubicBezTo>
                  <a:cubicBezTo>
                    <a:pt x="8147050" y="350520"/>
                    <a:pt x="8149590" y="309880"/>
                    <a:pt x="8158480" y="273050"/>
                  </a:cubicBezTo>
                  <a:cubicBezTo>
                    <a:pt x="8167370" y="237490"/>
                    <a:pt x="8182610" y="200660"/>
                    <a:pt x="8201660" y="168910"/>
                  </a:cubicBezTo>
                  <a:cubicBezTo>
                    <a:pt x="8220710" y="135890"/>
                    <a:pt x="8247380" y="106680"/>
                    <a:pt x="8276590" y="82550"/>
                  </a:cubicBezTo>
                  <a:cubicBezTo>
                    <a:pt x="8304530" y="58420"/>
                    <a:pt x="8338820" y="38100"/>
                    <a:pt x="8374380" y="24130"/>
                  </a:cubicBezTo>
                  <a:cubicBezTo>
                    <a:pt x="8408670" y="11430"/>
                    <a:pt x="8448040" y="2540"/>
                    <a:pt x="8486140" y="1270"/>
                  </a:cubicBezTo>
                  <a:cubicBezTo>
                    <a:pt x="8522970" y="0"/>
                    <a:pt x="8562340" y="5080"/>
                    <a:pt x="8599170" y="15240"/>
                  </a:cubicBezTo>
                  <a:cubicBezTo>
                    <a:pt x="8634730" y="25400"/>
                    <a:pt x="8670290" y="41910"/>
                    <a:pt x="8700770" y="63500"/>
                  </a:cubicBezTo>
                  <a:cubicBezTo>
                    <a:pt x="8732520" y="85090"/>
                    <a:pt x="8760460" y="113030"/>
                    <a:pt x="8783320" y="142240"/>
                  </a:cubicBezTo>
                  <a:cubicBezTo>
                    <a:pt x="8804910" y="172720"/>
                    <a:pt x="8823960" y="208280"/>
                    <a:pt x="8835390" y="243840"/>
                  </a:cubicBezTo>
                  <a:cubicBezTo>
                    <a:pt x="8846820" y="279400"/>
                    <a:pt x="8853170" y="318770"/>
                    <a:pt x="8853170" y="356870"/>
                  </a:cubicBezTo>
                  <a:cubicBezTo>
                    <a:pt x="8851900" y="393700"/>
                    <a:pt x="8845550" y="433070"/>
                    <a:pt x="8832850" y="468630"/>
                  </a:cubicBezTo>
                  <a:cubicBezTo>
                    <a:pt x="8821420" y="504190"/>
                    <a:pt x="8806180" y="525780"/>
                    <a:pt x="8778240" y="567690"/>
                  </a:cubicBezTo>
                  <a:cubicBezTo>
                    <a:pt x="8719820" y="659130"/>
                    <a:pt x="8566150" y="849630"/>
                    <a:pt x="8473440" y="969010"/>
                  </a:cubicBezTo>
                  <a:cubicBezTo>
                    <a:pt x="8397240" y="1065530"/>
                    <a:pt x="8337550" y="1144270"/>
                    <a:pt x="8261350" y="1228090"/>
                  </a:cubicBezTo>
                  <a:cubicBezTo>
                    <a:pt x="8183880" y="1314450"/>
                    <a:pt x="8100060" y="1403350"/>
                    <a:pt x="8011160" y="1478280"/>
                  </a:cubicBezTo>
                  <a:cubicBezTo>
                    <a:pt x="7923530" y="1553210"/>
                    <a:pt x="7829550" y="1623060"/>
                    <a:pt x="7731760" y="1680210"/>
                  </a:cubicBezTo>
                  <a:cubicBezTo>
                    <a:pt x="7635240" y="1736090"/>
                    <a:pt x="7550150" y="1778000"/>
                    <a:pt x="7428230" y="1818640"/>
                  </a:cubicBezTo>
                  <a:cubicBezTo>
                    <a:pt x="7259320" y="1875790"/>
                    <a:pt x="6995160" y="1939290"/>
                    <a:pt x="6800850" y="1960880"/>
                  </a:cubicBezTo>
                  <a:cubicBezTo>
                    <a:pt x="6637020" y="1979930"/>
                    <a:pt x="6513830" y="1974850"/>
                    <a:pt x="6342380" y="1964690"/>
                  </a:cubicBezTo>
                  <a:cubicBezTo>
                    <a:pt x="6120130" y="1951990"/>
                    <a:pt x="5786120" y="1883410"/>
                    <a:pt x="5581650" y="1871980"/>
                  </a:cubicBezTo>
                  <a:cubicBezTo>
                    <a:pt x="5441950" y="1863090"/>
                    <a:pt x="5350510" y="1856740"/>
                    <a:pt x="5229860" y="1873250"/>
                  </a:cubicBezTo>
                  <a:cubicBezTo>
                    <a:pt x="5096510" y="1889760"/>
                    <a:pt x="4944110" y="1922780"/>
                    <a:pt x="4818380" y="1979930"/>
                  </a:cubicBezTo>
                  <a:cubicBezTo>
                    <a:pt x="4697730" y="2035810"/>
                    <a:pt x="4583430" y="2123440"/>
                    <a:pt x="4488180" y="2209800"/>
                  </a:cubicBezTo>
                  <a:cubicBezTo>
                    <a:pt x="4401820" y="2287270"/>
                    <a:pt x="4333240" y="2376170"/>
                    <a:pt x="4265930" y="2467610"/>
                  </a:cubicBezTo>
                  <a:cubicBezTo>
                    <a:pt x="4197350" y="2561590"/>
                    <a:pt x="4150360" y="2668270"/>
                    <a:pt x="4079240" y="2766060"/>
                  </a:cubicBezTo>
                  <a:cubicBezTo>
                    <a:pt x="4001770" y="2871470"/>
                    <a:pt x="3911600" y="2992120"/>
                    <a:pt x="3815080" y="3077210"/>
                  </a:cubicBezTo>
                  <a:cubicBezTo>
                    <a:pt x="3727450" y="3155950"/>
                    <a:pt x="3634740" y="3224530"/>
                    <a:pt x="3531870" y="3268980"/>
                  </a:cubicBezTo>
                  <a:cubicBezTo>
                    <a:pt x="3427730" y="3314700"/>
                    <a:pt x="3307080" y="3346450"/>
                    <a:pt x="3191510" y="3350260"/>
                  </a:cubicBezTo>
                  <a:cubicBezTo>
                    <a:pt x="3073400" y="3354070"/>
                    <a:pt x="2948940" y="3327400"/>
                    <a:pt x="2832100" y="3289300"/>
                  </a:cubicBezTo>
                  <a:cubicBezTo>
                    <a:pt x="2710180" y="3249930"/>
                    <a:pt x="2595880" y="3182620"/>
                    <a:pt x="2477770" y="3114040"/>
                  </a:cubicBezTo>
                  <a:cubicBezTo>
                    <a:pt x="2349500" y="3040380"/>
                    <a:pt x="2219960" y="2926080"/>
                    <a:pt x="2091690" y="2861310"/>
                  </a:cubicBezTo>
                  <a:cubicBezTo>
                    <a:pt x="1978660" y="2804160"/>
                    <a:pt x="1861820" y="2724150"/>
                    <a:pt x="1753870" y="2733040"/>
                  </a:cubicBezTo>
                  <a:cubicBezTo>
                    <a:pt x="1647190" y="2743200"/>
                    <a:pt x="1544320" y="2840990"/>
                    <a:pt x="1446530" y="2914650"/>
                  </a:cubicBezTo>
                  <a:cubicBezTo>
                    <a:pt x="1342390" y="2994660"/>
                    <a:pt x="1234440" y="3094990"/>
                    <a:pt x="1150620" y="3197860"/>
                  </a:cubicBezTo>
                  <a:cubicBezTo>
                    <a:pt x="1069340" y="3298190"/>
                    <a:pt x="1008380" y="3401060"/>
                    <a:pt x="946150" y="3521710"/>
                  </a:cubicBezTo>
                  <a:cubicBezTo>
                    <a:pt x="873760" y="3658870"/>
                    <a:pt x="808990" y="3840480"/>
                    <a:pt x="754380" y="3985260"/>
                  </a:cubicBezTo>
                  <a:cubicBezTo>
                    <a:pt x="706120" y="4112260"/>
                    <a:pt x="669290" y="4274820"/>
                    <a:pt x="631190" y="4343400"/>
                  </a:cubicBezTo>
                  <a:cubicBezTo>
                    <a:pt x="614680" y="4376420"/>
                    <a:pt x="600710" y="4389120"/>
                    <a:pt x="580390" y="4408170"/>
                  </a:cubicBezTo>
                  <a:cubicBezTo>
                    <a:pt x="561340" y="4427220"/>
                    <a:pt x="539750" y="4445000"/>
                    <a:pt x="516890" y="4458970"/>
                  </a:cubicBezTo>
                  <a:cubicBezTo>
                    <a:pt x="492760" y="4472940"/>
                    <a:pt x="467360" y="4484370"/>
                    <a:pt x="441960" y="4491990"/>
                  </a:cubicBezTo>
                  <a:cubicBezTo>
                    <a:pt x="415290" y="4499610"/>
                    <a:pt x="387350" y="4504690"/>
                    <a:pt x="360680" y="4507230"/>
                  </a:cubicBezTo>
                  <a:cubicBezTo>
                    <a:pt x="334010" y="4508500"/>
                    <a:pt x="306070" y="4507230"/>
                    <a:pt x="279400" y="4502150"/>
                  </a:cubicBezTo>
                  <a:cubicBezTo>
                    <a:pt x="252730" y="4497070"/>
                    <a:pt x="226060" y="4488180"/>
                    <a:pt x="200660" y="4476750"/>
                  </a:cubicBezTo>
                  <a:cubicBezTo>
                    <a:pt x="176530" y="4466590"/>
                    <a:pt x="152400" y="4451350"/>
                    <a:pt x="130810" y="4434840"/>
                  </a:cubicBezTo>
                  <a:cubicBezTo>
                    <a:pt x="109220" y="4418330"/>
                    <a:pt x="90170" y="4398010"/>
                    <a:pt x="72390" y="4376420"/>
                  </a:cubicBezTo>
                  <a:cubicBezTo>
                    <a:pt x="55880" y="4354830"/>
                    <a:pt x="41910" y="4330700"/>
                    <a:pt x="30480" y="4306570"/>
                  </a:cubicBezTo>
                  <a:cubicBezTo>
                    <a:pt x="19050" y="4281170"/>
                    <a:pt x="11430" y="4254500"/>
                    <a:pt x="6350" y="4227830"/>
                  </a:cubicBezTo>
                  <a:cubicBezTo>
                    <a:pt x="1270" y="4201160"/>
                    <a:pt x="0" y="4173220"/>
                    <a:pt x="1270" y="4146550"/>
                  </a:cubicBezTo>
                  <a:cubicBezTo>
                    <a:pt x="2540" y="4119880"/>
                    <a:pt x="16510" y="4065270"/>
                    <a:pt x="16510" y="4065270"/>
                  </a:cubicBezTo>
                </a:path>
              </a:pathLst>
            </a:custGeom>
            <a:solidFill>
              <a:srgbClr val="002E3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309600" y="5383810"/>
            <a:ext cx="5219121" cy="4129217"/>
            <a:chOff x="0" y="0"/>
            <a:chExt cx="1432647" cy="113346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2647" cy="1133469"/>
            </a:xfrm>
            <a:custGeom>
              <a:avLst/>
              <a:gdLst/>
              <a:ahLst/>
              <a:cxnLst/>
              <a:rect l="l" t="t" r="r" b="b"/>
              <a:pathLst>
                <a:path w="1432647" h="1133469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057817"/>
                  </a:lnTo>
                  <a:cubicBezTo>
                    <a:pt x="1432647" y="1099598"/>
                    <a:pt x="1398777" y="1133469"/>
                    <a:pt x="1356995" y="1133469"/>
                  </a:cubicBezTo>
                  <a:lnTo>
                    <a:pt x="75652" y="1133469"/>
                  </a:lnTo>
                  <a:cubicBezTo>
                    <a:pt x="33871" y="1133469"/>
                    <a:pt x="0" y="1099598"/>
                    <a:pt x="0" y="1057817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DDDDD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534439" y="5283925"/>
            <a:ext cx="5219121" cy="4129217"/>
            <a:chOff x="0" y="0"/>
            <a:chExt cx="1432647" cy="113346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32647" cy="1133469"/>
            </a:xfrm>
            <a:custGeom>
              <a:avLst/>
              <a:gdLst/>
              <a:ahLst/>
              <a:cxnLst/>
              <a:rect l="l" t="t" r="r" b="b"/>
              <a:pathLst>
                <a:path w="1432647" h="1133469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057817"/>
                  </a:lnTo>
                  <a:cubicBezTo>
                    <a:pt x="1432647" y="1099598"/>
                    <a:pt x="1398777" y="1133469"/>
                    <a:pt x="1356995" y="1133469"/>
                  </a:cubicBezTo>
                  <a:lnTo>
                    <a:pt x="75652" y="1133469"/>
                  </a:lnTo>
                  <a:cubicBezTo>
                    <a:pt x="33871" y="1133469"/>
                    <a:pt x="0" y="1099598"/>
                    <a:pt x="0" y="1057817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FFD3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8271" y="5383810"/>
            <a:ext cx="5219121" cy="4129217"/>
            <a:chOff x="0" y="0"/>
            <a:chExt cx="1432647" cy="113346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32647" cy="1133469"/>
            </a:xfrm>
            <a:custGeom>
              <a:avLst/>
              <a:gdLst/>
              <a:ahLst/>
              <a:cxnLst/>
              <a:rect l="l" t="t" r="r" b="b"/>
              <a:pathLst>
                <a:path w="1432647" h="1133469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1057817"/>
                  </a:lnTo>
                  <a:cubicBezTo>
                    <a:pt x="1432647" y="1099598"/>
                    <a:pt x="1398777" y="1133469"/>
                    <a:pt x="1356995" y="1133469"/>
                  </a:cubicBezTo>
                  <a:lnTo>
                    <a:pt x="75652" y="1133469"/>
                  </a:lnTo>
                  <a:cubicBezTo>
                    <a:pt x="33871" y="1133469"/>
                    <a:pt x="0" y="1099598"/>
                    <a:pt x="0" y="1057817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432647" cy="1171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309600" y="771325"/>
            <a:ext cx="5219121" cy="1234577"/>
            <a:chOff x="0" y="0"/>
            <a:chExt cx="1432647" cy="33889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32647" cy="338891"/>
            </a:xfrm>
            <a:custGeom>
              <a:avLst/>
              <a:gdLst/>
              <a:ahLst/>
              <a:cxnLst/>
              <a:rect l="l" t="t" r="r" b="b"/>
              <a:pathLst>
                <a:path w="1432647" h="338891">
                  <a:moveTo>
                    <a:pt x="75652" y="0"/>
                  </a:moveTo>
                  <a:lnTo>
                    <a:pt x="1356995" y="0"/>
                  </a:lnTo>
                  <a:cubicBezTo>
                    <a:pt x="1377059" y="0"/>
                    <a:pt x="1396302" y="7970"/>
                    <a:pt x="1410489" y="22158"/>
                  </a:cubicBezTo>
                  <a:cubicBezTo>
                    <a:pt x="1424677" y="36346"/>
                    <a:pt x="1432647" y="55588"/>
                    <a:pt x="1432647" y="75652"/>
                  </a:cubicBezTo>
                  <a:lnTo>
                    <a:pt x="1432647" y="263239"/>
                  </a:lnTo>
                  <a:cubicBezTo>
                    <a:pt x="1432647" y="305020"/>
                    <a:pt x="1398777" y="338891"/>
                    <a:pt x="1356995" y="338891"/>
                  </a:cubicBezTo>
                  <a:lnTo>
                    <a:pt x="75652" y="338891"/>
                  </a:lnTo>
                  <a:cubicBezTo>
                    <a:pt x="33871" y="338891"/>
                    <a:pt x="0" y="305020"/>
                    <a:pt x="0" y="263239"/>
                  </a:cubicBezTo>
                  <a:lnTo>
                    <a:pt x="0" y="75652"/>
                  </a:lnTo>
                  <a:cubicBezTo>
                    <a:pt x="0" y="33871"/>
                    <a:pt x="33871" y="0"/>
                    <a:pt x="75652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432647" cy="376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2507184" y="2493742"/>
            <a:ext cx="1699990" cy="789162"/>
          </a:xfrm>
          <a:custGeom>
            <a:avLst/>
            <a:gdLst/>
            <a:ahLst/>
            <a:cxnLst/>
            <a:rect l="l" t="t" r="r" b="b"/>
            <a:pathLst>
              <a:path w="1699990" h="789162">
                <a:moveTo>
                  <a:pt x="0" y="0"/>
                </a:moveTo>
                <a:lnTo>
                  <a:pt x="1699991" y="0"/>
                </a:lnTo>
                <a:lnTo>
                  <a:pt x="1699991" y="789162"/>
                </a:lnTo>
                <a:lnTo>
                  <a:pt x="0" y="789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887" t="-54568" r="-14956" b="-3355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2507184" y="3523516"/>
            <a:ext cx="5021537" cy="706241"/>
          </a:xfrm>
          <a:custGeom>
            <a:avLst/>
            <a:gdLst/>
            <a:ahLst/>
            <a:cxnLst/>
            <a:rect l="l" t="t" r="r" b="b"/>
            <a:pathLst>
              <a:path w="5021537" h="706241">
                <a:moveTo>
                  <a:pt x="0" y="0"/>
                </a:moveTo>
                <a:lnTo>
                  <a:pt x="5021537" y="0"/>
                </a:lnTo>
                <a:lnTo>
                  <a:pt x="5021537" y="706242"/>
                </a:lnTo>
                <a:lnTo>
                  <a:pt x="0" y="706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8760" b="-17141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4324525" y="2532732"/>
            <a:ext cx="3204197" cy="589199"/>
          </a:xfrm>
          <a:custGeom>
            <a:avLst/>
            <a:gdLst/>
            <a:ahLst/>
            <a:cxnLst/>
            <a:rect l="l" t="t" r="r" b="b"/>
            <a:pathLst>
              <a:path w="3204197" h="589199">
                <a:moveTo>
                  <a:pt x="0" y="0"/>
                </a:moveTo>
                <a:lnTo>
                  <a:pt x="3204196" y="0"/>
                </a:lnTo>
                <a:lnTo>
                  <a:pt x="3204196" y="589198"/>
                </a:lnTo>
                <a:lnTo>
                  <a:pt x="0" y="58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409" r="-1961" b="-440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898271" y="1527833"/>
            <a:ext cx="10924017" cy="2701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sz="9999" b="1">
                <a:solidFill>
                  <a:srgbClr val="F5F5F5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Problem</a:t>
            </a:r>
          </a:p>
          <a:p>
            <a:pPr marL="0" lvl="0" indent="0" algn="ctr">
              <a:lnSpc>
                <a:spcPts val="9999"/>
              </a:lnSpc>
            </a:pPr>
            <a:r>
              <a:rPr lang="en-US" sz="9999" b="1">
                <a:solidFill>
                  <a:srgbClr val="F5F5F5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Identification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507184" y="5865406"/>
            <a:ext cx="4823953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</a:pPr>
            <a:r>
              <a:rPr lang="en-US" sz="4200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Limited Advisory Support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120268" y="7291383"/>
            <a:ext cx="3597786" cy="111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Professional financial advice is often expensive or inaccessible.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800751" y="5865406"/>
            <a:ext cx="4823953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</a:pPr>
            <a:r>
              <a:rPr lang="en-US" sz="4200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Behavioral Barriers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5855" y="5865406"/>
            <a:ext cx="4823953" cy="133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</a:pPr>
            <a:r>
              <a:rPr lang="en-US" sz="4200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Limited Financial Literacy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414603" y="7291383"/>
            <a:ext cx="3597786" cy="111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Fear of loss, mistrust, or overconfidence can prevent engagement.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619100" y="7279134"/>
            <a:ext cx="3777462" cy="1103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Lack of knowledge about markets, products, and risks prevents participation.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07184" y="1012375"/>
            <a:ext cx="4823953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</a:pPr>
            <a:r>
              <a:rPr lang="en-US" sz="4200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Comlexity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3931616">
            <a:off x="9583646" y="1262597"/>
            <a:ext cx="12228570" cy="7761806"/>
            <a:chOff x="0" y="0"/>
            <a:chExt cx="8959850" cy="5687060"/>
          </a:xfrm>
        </p:grpSpPr>
        <p:sp>
          <p:nvSpPr>
            <p:cNvPr id="3" name="Freeform 3"/>
            <p:cNvSpPr/>
            <p:nvPr/>
          </p:nvSpPr>
          <p:spPr>
            <a:xfrm>
              <a:off x="48260" y="48260"/>
              <a:ext cx="8863330" cy="5586730"/>
            </a:xfrm>
            <a:custGeom>
              <a:avLst/>
              <a:gdLst/>
              <a:ahLst/>
              <a:cxnLst/>
              <a:rect l="l" t="t" r="r" b="b"/>
              <a:pathLst>
                <a:path w="8863330" h="5586730">
                  <a:moveTo>
                    <a:pt x="2540" y="5208270"/>
                  </a:moveTo>
                  <a:cubicBezTo>
                    <a:pt x="55880" y="4819650"/>
                    <a:pt x="90170" y="4668520"/>
                    <a:pt x="140970" y="4550410"/>
                  </a:cubicBezTo>
                  <a:cubicBezTo>
                    <a:pt x="189230" y="4438650"/>
                    <a:pt x="247650" y="4344670"/>
                    <a:pt x="322580" y="4245610"/>
                  </a:cubicBezTo>
                  <a:cubicBezTo>
                    <a:pt x="406400" y="4133850"/>
                    <a:pt x="519430" y="4013200"/>
                    <a:pt x="629920" y="3923030"/>
                  </a:cubicBezTo>
                  <a:cubicBezTo>
                    <a:pt x="735330" y="3837940"/>
                    <a:pt x="849630" y="3761740"/>
                    <a:pt x="966470" y="3714750"/>
                  </a:cubicBezTo>
                  <a:cubicBezTo>
                    <a:pt x="1076960" y="3669030"/>
                    <a:pt x="1174750" y="3639820"/>
                    <a:pt x="1310640" y="3636010"/>
                  </a:cubicBezTo>
                  <a:cubicBezTo>
                    <a:pt x="1503680" y="3630930"/>
                    <a:pt x="1816100" y="3741420"/>
                    <a:pt x="2016760" y="3757930"/>
                  </a:cubicBezTo>
                  <a:cubicBezTo>
                    <a:pt x="2161540" y="3770630"/>
                    <a:pt x="2294890" y="3806190"/>
                    <a:pt x="2395220" y="3756660"/>
                  </a:cubicBezTo>
                  <a:cubicBezTo>
                    <a:pt x="2493010" y="3708400"/>
                    <a:pt x="2546350" y="3596640"/>
                    <a:pt x="2614930" y="3473450"/>
                  </a:cubicBezTo>
                  <a:cubicBezTo>
                    <a:pt x="2716530" y="3290570"/>
                    <a:pt x="2787650" y="2929890"/>
                    <a:pt x="2891790" y="2738120"/>
                  </a:cubicBezTo>
                  <a:cubicBezTo>
                    <a:pt x="2966720" y="2597150"/>
                    <a:pt x="3042920" y="2491740"/>
                    <a:pt x="3135630" y="2401570"/>
                  </a:cubicBezTo>
                  <a:cubicBezTo>
                    <a:pt x="3221990" y="2317750"/>
                    <a:pt x="3308350" y="2247900"/>
                    <a:pt x="3422650" y="2203450"/>
                  </a:cubicBezTo>
                  <a:cubicBezTo>
                    <a:pt x="3556000" y="2151380"/>
                    <a:pt x="3719830" y="2136140"/>
                    <a:pt x="3896360" y="2134870"/>
                  </a:cubicBezTo>
                  <a:cubicBezTo>
                    <a:pt x="4119880" y="2133600"/>
                    <a:pt x="4453890" y="2200910"/>
                    <a:pt x="4654550" y="2235200"/>
                  </a:cubicBezTo>
                  <a:cubicBezTo>
                    <a:pt x="4787900" y="2258060"/>
                    <a:pt x="4876800" y="2311400"/>
                    <a:pt x="4986020" y="2305050"/>
                  </a:cubicBezTo>
                  <a:cubicBezTo>
                    <a:pt x="5092700" y="2299970"/>
                    <a:pt x="5228590" y="2277110"/>
                    <a:pt x="5300980" y="2205990"/>
                  </a:cubicBezTo>
                  <a:cubicBezTo>
                    <a:pt x="5378450" y="2129790"/>
                    <a:pt x="5364480" y="1960880"/>
                    <a:pt x="5417820" y="1842770"/>
                  </a:cubicBezTo>
                  <a:cubicBezTo>
                    <a:pt x="5473700" y="1720850"/>
                    <a:pt x="5558790" y="1596390"/>
                    <a:pt x="5634990" y="1489710"/>
                  </a:cubicBezTo>
                  <a:cubicBezTo>
                    <a:pt x="5704840" y="1391920"/>
                    <a:pt x="5764530" y="1304290"/>
                    <a:pt x="5852160" y="1224280"/>
                  </a:cubicBezTo>
                  <a:cubicBezTo>
                    <a:pt x="5948680" y="1135380"/>
                    <a:pt x="6070600" y="1032510"/>
                    <a:pt x="6196330" y="990600"/>
                  </a:cubicBezTo>
                  <a:cubicBezTo>
                    <a:pt x="6320790" y="947420"/>
                    <a:pt x="6470650" y="953770"/>
                    <a:pt x="6600190" y="965200"/>
                  </a:cubicBezTo>
                  <a:cubicBezTo>
                    <a:pt x="6724650" y="976630"/>
                    <a:pt x="6838950" y="1054100"/>
                    <a:pt x="6960870" y="1056640"/>
                  </a:cubicBezTo>
                  <a:cubicBezTo>
                    <a:pt x="7084060" y="1057910"/>
                    <a:pt x="7222490" y="1026160"/>
                    <a:pt x="7334250" y="974090"/>
                  </a:cubicBezTo>
                  <a:cubicBezTo>
                    <a:pt x="7443470" y="923290"/>
                    <a:pt x="7518400" y="850900"/>
                    <a:pt x="7626350" y="750570"/>
                  </a:cubicBezTo>
                  <a:cubicBezTo>
                    <a:pt x="7792720" y="598170"/>
                    <a:pt x="8086090" y="223520"/>
                    <a:pt x="8201660" y="118110"/>
                  </a:cubicBezTo>
                  <a:cubicBezTo>
                    <a:pt x="8246110" y="77470"/>
                    <a:pt x="8265160" y="62230"/>
                    <a:pt x="8301990" y="44450"/>
                  </a:cubicBezTo>
                  <a:cubicBezTo>
                    <a:pt x="8338820" y="25400"/>
                    <a:pt x="8379460" y="12700"/>
                    <a:pt x="8420100" y="6350"/>
                  </a:cubicBezTo>
                  <a:cubicBezTo>
                    <a:pt x="8460740" y="0"/>
                    <a:pt x="8503920" y="0"/>
                    <a:pt x="8544560" y="7620"/>
                  </a:cubicBezTo>
                  <a:cubicBezTo>
                    <a:pt x="8585200" y="15240"/>
                    <a:pt x="8625840" y="29210"/>
                    <a:pt x="8662670" y="49530"/>
                  </a:cubicBezTo>
                  <a:cubicBezTo>
                    <a:pt x="8698230" y="68580"/>
                    <a:pt x="8732520" y="95250"/>
                    <a:pt x="8760460" y="125730"/>
                  </a:cubicBezTo>
                  <a:cubicBezTo>
                    <a:pt x="8788400" y="156210"/>
                    <a:pt x="8811260" y="191770"/>
                    <a:pt x="8829040" y="229870"/>
                  </a:cubicBezTo>
                  <a:cubicBezTo>
                    <a:pt x="8845550" y="266700"/>
                    <a:pt x="8855710" y="309880"/>
                    <a:pt x="8859520" y="350520"/>
                  </a:cubicBezTo>
                  <a:cubicBezTo>
                    <a:pt x="8863330" y="391160"/>
                    <a:pt x="8860790" y="434340"/>
                    <a:pt x="8851900" y="473710"/>
                  </a:cubicBezTo>
                  <a:cubicBezTo>
                    <a:pt x="8841740" y="514350"/>
                    <a:pt x="8825230" y="553720"/>
                    <a:pt x="8803640" y="589280"/>
                  </a:cubicBezTo>
                  <a:cubicBezTo>
                    <a:pt x="8782050" y="623570"/>
                    <a:pt x="8754110" y="656590"/>
                    <a:pt x="8722360" y="683260"/>
                  </a:cubicBezTo>
                  <a:cubicBezTo>
                    <a:pt x="8690610" y="708660"/>
                    <a:pt x="8652510" y="730250"/>
                    <a:pt x="8614410" y="745490"/>
                  </a:cubicBezTo>
                  <a:cubicBezTo>
                    <a:pt x="8576310" y="759460"/>
                    <a:pt x="8533130" y="768350"/>
                    <a:pt x="8492490" y="770890"/>
                  </a:cubicBezTo>
                  <a:cubicBezTo>
                    <a:pt x="8451850" y="772160"/>
                    <a:pt x="8408670" y="767080"/>
                    <a:pt x="8369300" y="755650"/>
                  </a:cubicBezTo>
                  <a:cubicBezTo>
                    <a:pt x="8329930" y="744220"/>
                    <a:pt x="8290560" y="725170"/>
                    <a:pt x="8257540" y="701040"/>
                  </a:cubicBezTo>
                  <a:cubicBezTo>
                    <a:pt x="8223250" y="678180"/>
                    <a:pt x="8192770" y="647700"/>
                    <a:pt x="8168640" y="614680"/>
                  </a:cubicBezTo>
                  <a:cubicBezTo>
                    <a:pt x="8143240" y="581660"/>
                    <a:pt x="8124190" y="542290"/>
                    <a:pt x="8111490" y="504190"/>
                  </a:cubicBezTo>
                  <a:cubicBezTo>
                    <a:pt x="8098790" y="464820"/>
                    <a:pt x="8092440" y="421640"/>
                    <a:pt x="8092440" y="381000"/>
                  </a:cubicBezTo>
                  <a:cubicBezTo>
                    <a:pt x="8093710" y="340360"/>
                    <a:pt x="8101330" y="297180"/>
                    <a:pt x="8115300" y="257810"/>
                  </a:cubicBezTo>
                  <a:cubicBezTo>
                    <a:pt x="8128000" y="219710"/>
                    <a:pt x="8149590" y="181610"/>
                    <a:pt x="8174990" y="149860"/>
                  </a:cubicBezTo>
                  <a:cubicBezTo>
                    <a:pt x="8200390" y="116840"/>
                    <a:pt x="8232140" y="87630"/>
                    <a:pt x="8266430" y="64770"/>
                  </a:cubicBezTo>
                  <a:cubicBezTo>
                    <a:pt x="8300720" y="43180"/>
                    <a:pt x="8340090" y="25400"/>
                    <a:pt x="8379460" y="13970"/>
                  </a:cubicBezTo>
                  <a:cubicBezTo>
                    <a:pt x="8418830" y="3810"/>
                    <a:pt x="8463280" y="0"/>
                    <a:pt x="8503920" y="2540"/>
                  </a:cubicBezTo>
                  <a:cubicBezTo>
                    <a:pt x="8544560" y="5080"/>
                    <a:pt x="8586470" y="15240"/>
                    <a:pt x="8624570" y="31750"/>
                  </a:cubicBezTo>
                  <a:cubicBezTo>
                    <a:pt x="8662670" y="46990"/>
                    <a:pt x="8699500" y="69850"/>
                    <a:pt x="8729980" y="96520"/>
                  </a:cubicBezTo>
                  <a:cubicBezTo>
                    <a:pt x="8761730" y="123190"/>
                    <a:pt x="8788400" y="157480"/>
                    <a:pt x="8809990" y="193040"/>
                  </a:cubicBezTo>
                  <a:cubicBezTo>
                    <a:pt x="8830310" y="228600"/>
                    <a:pt x="8845550" y="269240"/>
                    <a:pt x="8854440" y="308610"/>
                  </a:cubicBezTo>
                  <a:cubicBezTo>
                    <a:pt x="8862060" y="349250"/>
                    <a:pt x="8863330" y="392430"/>
                    <a:pt x="8859520" y="433070"/>
                  </a:cubicBezTo>
                  <a:cubicBezTo>
                    <a:pt x="8854440" y="473710"/>
                    <a:pt x="8841740" y="515620"/>
                    <a:pt x="8823960" y="552450"/>
                  </a:cubicBezTo>
                  <a:cubicBezTo>
                    <a:pt x="8806180" y="589280"/>
                    <a:pt x="8788400" y="610870"/>
                    <a:pt x="8752840" y="654050"/>
                  </a:cubicBezTo>
                  <a:cubicBezTo>
                    <a:pt x="8676640" y="750570"/>
                    <a:pt x="8484870" y="952500"/>
                    <a:pt x="8360410" y="1085850"/>
                  </a:cubicBezTo>
                  <a:cubicBezTo>
                    <a:pt x="8249920" y="1203960"/>
                    <a:pt x="8158480" y="1316990"/>
                    <a:pt x="8045450" y="1413510"/>
                  </a:cubicBezTo>
                  <a:cubicBezTo>
                    <a:pt x="7934960" y="1506220"/>
                    <a:pt x="7820660" y="1590040"/>
                    <a:pt x="7693660" y="1656080"/>
                  </a:cubicBezTo>
                  <a:cubicBezTo>
                    <a:pt x="7564120" y="1724660"/>
                    <a:pt x="7419340" y="1786890"/>
                    <a:pt x="7272020" y="1812290"/>
                  </a:cubicBezTo>
                  <a:cubicBezTo>
                    <a:pt x="7118350" y="1840230"/>
                    <a:pt x="6948170" y="1804670"/>
                    <a:pt x="6789420" y="1808480"/>
                  </a:cubicBezTo>
                  <a:cubicBezTo>
                    <a:pt x="6635750" y="1813560"/>
                    <a:pt x="6442710" y="1776730"/>
                    <a:pt x="6332220" y="1840230"/>
                  </a:cubicBezTo>
                  <a:cubicBezTo>
                    <a:pt x="6235700" y="1894840"/>
                    <a:pt x="6188710" y="2020570"/>
                    <a:pt x="6137910" y="2124710"/>
                  </a:cubicBezTo>
                  <a:cubicBezTo>
                    <a:pt x="6084570" y="2233930"/>
                    <a:pt x="6070600" y="2366010"/>
                    <a:pt x="6021070" y="2480310"/>
                  </a:cubicBezTo>
                  <a:cubicBezTo>
                    <a:pt x="5971540" y="2595880"/>
                    <a:pt x="5922010" y="2721610"/>
                    <a:pt x="5839460" y="2814320"/>
                  </a:cubicBezTo>
                  <a:cubicBezTo>
                    <a:pt x="5754370" y="2908300"/>
                    <a:pt x="5636260" y="2992120"/>
                    <a:pt x="5518150" y="3037840"/>
                  </a:cubicBezTo>
                  <a:cubicBezTo>
                    <a:pt x="5397500" y="3083560"/>
                    <a:pt x="5274310" y="3088640"/>
                    <a:pt x="5119370" y="3084830"/>
                  </a:cubicBezTo>
                  <a:cubicBezTo>
                    <a:pt x="4897120" y="3079750"/>
                    <a:pt x="4544060" y="2987040"/>
                    <a:pt x="4315460" y="2954020"/>
                  </a:cubicBezTo>
                  <a:cubicBezTo>
                    <a:pt x="4145280" y="2928620"/>
                    <a:pt x="3999230" y="2872740"/>
                    <a:pt x="3869690" y="2896870"/>
                  </a:cubicBezTo>
                  <a:cubicBezTo>
                    <a:pt x="3759200" y="2917190"/>
                    <a:pt x="3662680" y="2957830"/>
                    <a:pt x="3578860" y="3053080"/>
                  </a:cubicBezTo>
                  <a:cubicBezTo>
                    <a:pt x="3445510" y="3202940"/>
                    <a:pt x="3383280" y="3619500"/>
                    <a:pt x="3276600" y="3823970"/>
                  </a:cubicBezTo>
                  <a:cubicBezTo>
                    <a:pt x="3200400" y="3970020"/>
                    <a:pt x="3133090" y="4083050"/>
                    <a:pt x="3040380" y="4182110"/>
                  </a:cubicBezTo>
                  <a:cubicBezTo>
                    <a:pt x="2952750" y="4274820"/>
                    <a:pt x="2856230" y="4354830"/>
                    <a:pt x="2739390" y="4408170"/>
                  </a:cubicBezTo>
                  <a:cubicBezTo>
                    <a:pt x="2612390" y="4465320"/>
                    <a:pt x="2442210" y="4490720"/>
                    <a:pt x="2301240" y="4502150"/>
                  </a:cubicBezTo>
                  <a:cubicBezTo>
                    <a:pt x="2170430" y="4512310"/>
                    <a:pt x="2044700" y="4498340"/>
                    <a:pt x="1921510" y="4484370"/>
                  </a:cubicBezTo>
                  <a:cubicBezTo>
                    <a:pt x="1802130" y="4470400"/>
                    <a:pt x="1694180" y="4432300"/>
                    <a:pt x="1572260" y="4422140"/>
                  </a:cubicBezTo>
                  <a:cubicBezTo>
                    <a:pt x="1440180" y="4409440"/>
                    <a:pt x="1272540" y="4375150"/>
                    <a:pt x="1154430" y="4419600"/>
                  </a:cubicBezTo>
                  <a:cubicBezTo>
                    <a:pt x="1046480" y="4460240"/>
                    <a:pt x="958850" y="4561840"/>
                    <a:pt x="885190" y="4657090"/>
                  </a:cubicBezTo>
                  <a:cubicBezTo>
                    <a:pt x="808990" y="4758690"/>
                    <a:pt x="748030" y="4893310"/>
                    <a:pt x="709930" y="5015230"/>
                  </a:cubicBezTo>
                  <a:cubicBezTo>
                    <a:pt x="675640" y="5129530"/>
                    <a:pt x="683260" y="5292090"/>
                    <a:pt x="660400" y="5364480"/>
                  </a:cubicBezTo>
                  <a:cubicBezTo>
                    <a:pt x="648970" y="5398770"/>
                    <a:pt x="637540" y="5415280"/>
                    <a:pt x="622300" y="5438140"/>
                  </a:cubicBezTo>
                  <a:cubicBezTo>
                    <a:pt x="607060" y="5459730"/>
                    <a:pt x="589280" y="5481320"/>
                    <a:pt x="568960" y="5499100"/>
                  </a:cubicBezTo>
                  <a:cubicBezTo>
                    <a:pt x="548640" y="5518150"/>
                    <a:pt x="525780" y="5533390"/>
                    <a:pt x="501650" y="5546090"/>
                  </a:cubicBezTo>
                  <a:cubicBezTo>
                    <a:pt x="477520" y="5560060"/>
                    <a:pt x="450850" y="5570220"/>
                    <a:pt x="425450" y="5576570"/>
                  </a:cubicBezTo>
                  <a:cubicBezTo>
                    <a:pt x="398780" y="5582920"/>
                    <a:pt x="370840" y="5586730"/>
                    <a:pt x="342900" y="5586730"/>
                  </a:cubicBezTo>
                  <a:cubicBezTo>
                    <a:pt x="316230" y="5586730"/>
                    <a:pt x="288290" y="5584190"/>
                    <a:pt x="261620" y="5577840"/>
                  </a:cubicBezTo>
                  <a:cubicBezTo>
                    <a:pt x="234950" y="5571490"/>
                    <a:pt x="209550" y="5561330"/>
                    <a:pt x="185420" y="5548630"/>
                  </a:cubicBezTo>
                  <a:cubicBezTo>
                    <a:pt x="161290" y="5537200"/>
                    <a:pt x="137160" y="5520690"/>
                    <a:pt x="116840" y="5502910"/>
                  </a:cubicBezTo>
                  <a:cubicBezTo>
                    <a:pt x="96520" y="5485130"/>
                    <a:pt x="77470" y="5464810"/>
                    <a:pt x="62230" y="5441950"/>
                  </a:cubicBezTo>
                  <a:cubicBezTo>
                    <a:pt x="46990" y="5420360"/>
                    <a:pt x="33020" y="5394960"/>
                    <a:pt x="22860" y="5369560"/>
                  </a:cubicBezTo>
                  <a:cubicBezTo>
                    <a:pt x="13970" y="5344160"/>
                    <a:pt x="6350" y="5317490"/>
                    <a:pt x="2540" y="5289550"/>
                  </a:cubicBezTo>
                  <a:cubicBezTo>
                    <a:pt x="0" y="5262880"/>
                    <a:pt x="2540" y="5208270"/>
                    <a:pt x="2540" y="5208270"/>
                  </a:cubicBezTo>
                </a:path>
              </a:pathLst>
            </a:custGeom>
            <a:solidFill>
              <a:srgbClr val="FFBB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632767" y="1028700"/>
            <a:ext cx="7969230" cy="2473517"/>
            <a:chOff x="0" y="0"/>
            <a:chExt cx="2187552" cy="6789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87552" cy="678980"/>
            </a:xfrm>
            <a:custGeom>
              <a:avLst/>
              <a:gdLst/>
              <a:ahLst/>
              <a:cxnLst/>
              <a:rect l="l" t="t" r="r" b="b"/>
              <a:pathLst>
                <a:path w="2187552" h="678980">
                  <a:moveTo>
                    <a:pt x="49545" y="0"/>
                  </a:moveTo>
                  <a:lnTo>
                    <a:pt x="2138007" y="0"/>
                  </a:lnTo>
                  <a:cubicBezTo>
                    <a:pt x="2151147" y="0"/>
                    <a:pt x="2163749" y="5220"/>
                    <a:pt x="2173040" y="14511"/>
                  </a:cubicBezTo>
                  <a:cubicBezTo>
                    <a:pt x="2182332" y="23803"/>
                    <a:pt x="2187552" y="36405"/>
                    <a:pt x="2187552" y="49545"/>
                  </a:cubicBezTo>
                  <a:lnTo>
                    <a:pt x="2187552" y="629435"/>
                  </a:lnTo>
                  <a:cubicBezTo>
                    <a:pt x="2187552" y="642575"/>
                    <a:pt x="2182332" y="655177"/>
                    <a:pt x="2173040" y="664468"/>
                  </a:cubicBezTo>
                  <a:cubicBezTo>
                    <a:pt x="2163749" y="673760"/>
                    <a:pt x="2151147" y="678980"/>
                    <a:pt x="2138007" y="678980"/>
                  </a:cubicBezTo>
                  <a:lnTo>
                    <a:pt x="49545" y="678980"/>
                  </a:lnTo>
                  <a:cubicBezTo>
                    <a:pt x="36405" y="678980"/>
                    <a:pt x="23803" y="673760"/>
                    <a:pt x="14511" y="664468"/>
                  </a:cubicBezTo>
                  <a:cubicBezTo>
                    <a:pt x="5220" y="655177"/>
                    <a:pt x="0" y="642575"/>
                    <a:pt x="0" y="629435"/>
                  </a:cubicBezTo>
                  <a:lnTo>
                    <a:pt x="0" y="49545"/>
                  </a:lnTo>
                  <a:cubicBezTo>
                    <a:pt x="0" y="36405"/>
                    <a:pt x="5220" y="23803"/>
                    <a:pt x="14511" y="14511"/>
                  </a:cubicBezTo>
                  <a:cubicBezTo>
                    <a:pt x="23803" y="5220"/>
                    <a:pt x="36405" y="0"/>
                    <a:pt x="49545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87552" cy="717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632767" y="3906741"/>
            <a:ext cx="7969230" cy="2473517"/>
            <a:chOff x="0" y="0"/>
            <a:chExt cx="2187552" cy="6789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87552" cy="678980"/>
            </a:xfrm>
            <a:custGeom>
              <a:avLst/>
              <a:gdLst/>
              <a:ahLst/>
              <a:cxnLst/>
              <a:rect l="l" t="t" r="r" b="b"/>
              <a:pathLst>
                <a:path w="2187552" h="678980">
                  <a:moveTo>
                    <a:pt x="49545" y="0"/>
                  </a:moveTo>
                  <a:lnTo>
                    <a:pt x="2138007" y="0"/>
                  </a:lnTo>
                  <a:cubicBezTo>
                    <a:pt x="2151147" y="0"/>
                    <a:pt x="2163749" y="5220"/>
                    <a:pt x="2173040" y="14511"/>
                  </a:cubicBezTo>
                  <a:cubicBezTo>
                    <a:pt x="2182332" y="23803"/>
                    <a:pt x="2187552" y="36405"/>
                    <a:pt x="2187552" y="49545"/>
                  </a:cubicBezTo>
                  <a:lnTo>
                    <a:pt x="2187552" y="629435"/>
                  </a:lnTo>
                  <a:cubicBezTo>
                    <a:pt x="2187552" y="642575"/>
                    <a:pt x="2182332" y="655177"/>
                    <a:pt x="2173040" y="664468"/>
                  </a:cubicBezTo>
                  <a:cubicBezTo>
                    <a:pt x="2163749" y="673760"/>
                    <a:pt x="2151147" y="678980"/>
                    <a:pt x="2138007" y="678980"/>
                  </a:cubicBezTo>
                  <a:lnTo>
                    <a:pt x="49545" y="678980"/>
                  </a:lnTo>
                  <a:cubicBezTo>
                    <a:pt x="36405" y="678980"/>
                    <a:pt x="23803" y="673760"/>
                    <a:pt x="14511" y="664468"/>
                  </a:cubicBezTo>
                  <a:cubicBezTo>
                    <a:pt x="5220" y="655177"/>
                    <a:pt x="0" y="642575"/>
                    <a:pt x="0" y="629435"/>
                  </a:cubicBezTo>
                  <a:lnTo>
                    <a:pt x="0" y="49545"/>
                  </a:lnTo>
                  <a:cubicBezTo>
                    <a:pt x="0" y="36405"/>
                    <a:pt x="5220" y="23803"/>
                    <a:pt x="14511" y="14511"/>
                  </a:cubicBezTo>
                  <a:cubicBezTo>
                    <a:pt x="23803" y="5220"/>
                    <a:pt x="36405" y="0"/>
                    <a:pt x="49545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187552" cy="717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632767" y="6784783"/>
            <a:ext cx="7969230" cy="2473517"/>
            <a:chOff x="0" y="0"/>
            <a:chExt cx="2187552" cy="6789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87552" cy="678980"/>
            </a:xfrm>
            <a:custGeom>
              <a:avLst/>
              <a:gdLst/>
              <a:ahLst/>
              <a:cxnLst/>
              <a:rect l="l" t="t" r="r" b="b"/>
              <a:pathLst>
                <a:path w="2187552" h="678980">
                  <a:moveTo>
                    <a:pt x="49545" y="0"/>
                  </a:moveTo>
                  <a:lnTo>
                    <a:pt x="2138007" y="0"/>
                  </a:lnTo>
                  <a:cubicBezTo>
                    <a:pt x="2151147" y="0"/>
                    <a:pt x="2163749" y="5220"/>
                    <a:pt x="2173040" y="14511"/>
                  </a:cubicBezTo>
                  <a:cubicBezTo>
                    <a:pt x="2182332" y="23803"/>
                    <a:pt x="2187552" y="36405"/>
                    <a:pt x="2187552" y="49545"/>
                  </a:cubicBezTo>
                  <a:lnTo>
                    <a:pt x="2187552" y="629435"/>
                  </a:lnTo>
                  <a:cubicBezTo>
                    <a:pt x="2187552" y="642575"/>
                    <a:pt x="2182332" y="655177"/>
                    <a:pt x="2173040" y="664468"/>
                  </a:cubicBezTo>
                  <a:cubicBezTo>
                    <a:pt x="2163749" y="673760"/>
                    <a:pt x="2151147" y="678980"/>
                    <a:pt x="2138007" y="678980"/>
                  </a:cubicBezTo>
                  <a:lnTo>
                    <a:pt x="49545" y="678980"/>
                  </a:lnTo>
                  <a:cubicBezTo>
                    <a:pt x="36405" y="678980"/>
                    <a:pt x="23803" y="673760"/>
                    <a:pt x="14511" y="664468"/>
                  </a:cubicBezTo>
                  <a:cubicBezTo>
                    <a:pt x="5220" y="655177"/>
                    <a:pt x="0" y="642575"/>
                    <a:pt x="0" y="629435"/>
                  </a:cubicBezTo>
                  <a:lnTo>
                    <a:pt x="0" y="49545"/>
                  </a:lnTo>
                  <a:cubicBezTo>
                    <a:pt x="0" y="36405"/>
                    <a:pt x="5220" y="23803"/>
                    <a:pt x="14511" y="14511"/>
                  </a:cubicBezTo>
                  <a:cubicBezTo>
                    <a:pt x="23803" y="5220"/>
                    <a:pt x="36405" y="0"/>
                    <a:pt x="49545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187552" cy="7170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901312" y="1535855"/>
            <a:ext cx="1462910" cy="1459207"/>
            <a:chOff x="0" y="0"/>
            <a:chExt cx="406400" cy="40537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6400" cy="405371"/>
            </a:xfrm>
            <a:custGeom>
              <a:avLst/>
              <a:gdLst/>
              <a:ahLst/>
              <a:cxnLst/>
              <a:rect l="l" t="t" r="r" b="b"/>
              <a:pathLst>
                <a:path w="406400" h="405371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002E3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01312" y="4413897"/>
            <a:ext cx="1462910" cy="1459207"/>
            <a:chOff x="0" y="0"/>
            <a:chExt cx="406400" cy="4053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06400" cy="405371"/>
            </a:xfrm>
            <a:custGeom>
              <a:avLst/>
              <a:gdLst/>
              <a:ahLst/>
              <a:cxnLst/>
              <a:rect l="l" t="t" r="r" b="b"/>
              <a:pathLst>
                <a:path w="406400" h="405371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ECA40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901312" y="7291938"/>
            <a:ext cx="1462910" cy="1459207"/>
            <a:chOff x="0" y="0"/>
            <a:chExt cx="406400" cy="40537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6400" cy="405371"/>
            </a:xfrm>
            <a:custGeom>
              <a:avLst/>
              <a:gdLst/>
              <a:ahLst/>
              <a:cxnLst/>
              <a:rect l="l" t="t" r="r" b="b"/>
              <a:pathLst>
                <a:path w="406400" h="405371">
                  <a:moveTo>
                    <a:pt x="202686" y="0"/>
                  </a:moveTo>
                  <a:lnTo>
                    <a:pt x="203714" y="0"/>
                  </a:lnTo>
                  <a:cubicBezTo>
                    <a:pt x="257470" y="0"/>
                    <a:pt x="309024" y="21354"/>
                    <a:pt x="347035" y="59365"/>
                  </a:cubicBezTo>
                  <a:cubicBezTo>
                    <a:pt x="385046" y="97376"/>
                    <a:pt x="406400" y="148930"/>
                    <a:pt x="406400" y="202686"/>
                  </a:cubicBezTo>
                  <a:lnTo>
                    <a:pt x="406400" y="202686"/>
                  </a:lnTo>
                  <a:cubicBezTo>
                    <a:pt x="406400" y="314626"/>
                    <a:pt x="315655" y="405371"/>
                    <a:pt x="203714" y="405371"/>
                  </a:cubicBezTo>
                  <a:lnTo>
                    <a:pt x="202686" y="405371"/>
                  </a:lnTo>
                  <a:cubicBezTo>
                    <a:pt x="148930" y="405371"/>
                    <a:pt x="97376" y="384017"/>
                    <a:pt x="59365" y="346006"/>
                  </a:cubicBezTo>
                  <a:cubicBezTo>
                    <a:pt x="21354" y="307995"/>
                    <a:pt x="0" y="256441"/>
                    <a:pt x="0" y="202686"/>
                  </a:cubicBezTo>
                  <a:lnTo>
                    <a:pt x="0" y="202686"/>
                  </a:lnTo>
                  <a:cubicBezTo>
                    <a:pt x="0" y="148930"/>
                    <a:pt x="21354" y="97376"/>
                    <a:pt x="59365" y="59365"/>
                  </a:cubicBezTo>
                  <a:cubicBezTo>
                    <a:pt x="97376" y="21354"/>
                    <a:pt x="148930" y="0"/>
                    <a:pt x="202686" y="0"/>
                  </a:cubicBezTo>
                  <a:close/>
                </a:path>
              </a:pathLst>
            </a:custGeom>
            <a:solidFill>
              <a:srgbClr val="D3022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406400" cy="4434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68323" y="1028700"/>
            <a:ext cx="7620018" cy="8229600"/>
            <a:chOff x="0" y="0"/>
            <a:chExt cx="2116860" cy="228620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16860" cy="2286203"/>
            </a:xfrm>
            <a:custGeom>
              <a:avLst/>
              <a:gdLst/>
              <a:ahLst/>
              <a:cxnLst/>
              <a:rect l="l" t="t" r="r" b="b"/>
              <a:pathLst>
                <a:path w="2116860" h="2286203">
                  <a:moveTo>
                    <a:pt x="51816" y="0"/>
                  </a:moveTo>
                  <a:lnTo>
                    <a:pt x="2065044" y="0"/>
                  </a:lnTo>
                  <a:cubicBezTo>
                    <a:pt x="2093661" y="0"/>
                    <a:pt x="2116860" y="23199"/>
                    <a:pt x="2116860" y="51816"/>
                  </a:cubicBezTo>
                  <a:lnTo>
                    <a:pt x="2116860" y="2234387"/>
                  </a:lnTo>
                  <a:cubicBezTo>
                    <a:pt x="2116860" y="2263004"/>
                    <a:pt x="2093661" y="2286203"/>
                    <a:pt x="2065044" y="2286203"/>
                  </a:cubicBezTo>
                  <a:lnTo>
                    <a:pt x="51816" y="2286203"/>
                  </a:lnTo>
                  <a:cubicBezTo>
                    <a:pt x="23199" y="2286203"/>
                    <a:pt x="0" y="2263004"/>
                    <a:pt x="0" y="2234387"/>
                  </a:cubicBezTo>
                  <a:lnTo>
                    <a:pt x="0" y="51816"/>
                  </a:lnTo>
                  <a:cubicBezTo>
                    <a:pt x="0" y="23199"/>
                    <a:pt x="23199" y="0"/>
                    <a:pt x="51816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116860" cy="2324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1993827" y="1636509"/>
            <a:ext cx="2908308" cy="6356958"/>
          </a:xfrm>
          <a:custGeom>
            <a:avLst/>
            <a:gdLst/>
            <a:ahLst/>
            <a:cxnLst/>
            <a:rect l="l" t="t" r="r" b="b"/>
            <a:pathLst>
              <a:path w="2908308" h="6356958">
                <a:moveTo>
                  <a:pt x="0" y="0"/>
                </a:moveTo>
                <a:lnTo>
                  <a:pt x="2908309" y="0"/>
                </a:lnTo>
                <a:lnTo>
                  <a:pt x="2908309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26"/>
          <p:cNvSpPr/>
          <p:nvPr/>
        </p:nvSpPr>
        <p:spPr>
          <a:xfrm>
            <a:off x="1728407" y="1391385"/>
            <a:ext cx="3536501" cy="6734461"/>
          </a:xfrm>
          <a:custGeom>
            <a:avLst/>
            <a:gdLst/>
            <a:ahLst/>
            <a:cxnLst/>
            <a:rect l="l" t="t" r="r" b="b"/>
            <a:pathLst>
              <a:path w="3536501" h="6734461">
                <a:moveTo>
                  <a:pt x="0" y="0"/>
                </a:moveTo>
                <a:lnTo>
                  <a:pt x="3536501" y="0"/>
                </a:lnTo>
                <a:lnTo>
                  <a:pt x="3536501" y="6734461"/>
                </a:lnTo>
                <a:lnTo>
                  <a:pt x="0" y="67344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1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7" name="Group 27"/>
          <p:cNvGrpSpPr/>
          <p:nvPr/>
        </p:nvGrpSpPr>
        <p:grpSpPr>
          <a:xfrm>
            <a:off x="1349905" y="7316106"/>
            <a:ext cx="6765507" cy="1619480"/>
            <a:chOff x="0" y="0"/>
            <a:chExt cx="1781862" cy="42653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781862" cy="426530"/>
            </a:xfrm>
            <a:custGeom>
              <a:avLst/>
              <a:gdLst/>
              <a:ahLst/>
              <a:cxnLst/>
              <a:rect l="l" t="t" r="r" b="b"/>
              <a:pathLst>
                <a:path w="1781862" h="426530">
                  <a:moveTo>
                    <a:pt x="58360" y="0"/>
                  </a:moveTo>
                  <a:lnTo>
                    <a:pt x="1723501" y="0"/>
                  </a:lnTo>
                  <a:cubicBezTo>
                    <a:pt x="1738980" y="0"/>
                    <a:pt x="1753824" y="6149"/>
                    <a:pt x="1764768" y="17093"/>
                  </a:cubicBezTo>
                  <a:cubicBezTo>
                    <a:pt x="1775713" y="28038"/>
                    <a:pt x="1781862" y="42882"/>
                    <a:pt x="1781862" y="58360"/>
                  </a:cubicBezTo>
                  <a:lnTo>
                    <a:pt x="1781862" y="368169"/>
                  </a:lnTo>
                  <a:cubicBezTo>
                    <a:pt x="1781862" y="383647"/>
                    <a:pt x="1775713" y="398491"/>
                    <a:pt x="1764768" y="409436"/>
                  </a:cubicBezTo>
                  <a:cubicBezTo>
                    <a:pt x="1753824" y="420381"/>
                    <a:pt x="1738980" y="426530"/>
                    <a:pt x="1723501" y="426530"/>
                  </a:cubicBezTo>
                  <a:lnTo>
                    <a:pt x="58360" y="426530"/>
                  </a:lnTo>
                  <a:cubicBezTo>
                    <a:pt x="42882" y="426530"/>
                    <a:pt x="28038" y="420381"/>
                    <a:pt x="17093" y="409436"/>
                  </a:cubicBezTo>
                  <a:cubicBezTo>
                    <a:pt x="6149" y="398491"/>
                    <a:pt x="0" y="383647"/>
                    <a:pt x="0" y="368169"/>
                  </a:cubicBezTo>
                  <a:lnTo>
                    <a:pt x="0" y="58360"/>
                  </a:lnTo>
                  <a:cubicBezTo>
                    <a:pt x="0" y="42882"/>
                    <a:pt x="6149" y="28038"/>
                    <a:pt x="17093" y="17093"/>
                  </a:cubicBezTo>
                  <a:cubicBezTo>
                    <a:pt x="28038" y="6149"/>
                    <a:pt x="42882" y="0"/>
                    <a:pt x="58360" y="0"/>
                  </a:cubicBezTo>
                  <a:close/>
                </a:path>
              </a:pathLst>
            </a:custGeom>
            <a:solidFill>
              <a:srgbClr val="ECA40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781862" cy="464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1728407" y="7623884"/>
            <a:ext cx="1182595" cy="1003924"/>
          </a:xfrm>
          <a:custGeom>
            <a:avLst/>
            <a:gdLst/>
            <a:ahLst/>
            <a:cxnLst/>
            <a:rect l="l" t="t" r="r" b="b"/>
            <a:pathLst>
              <a:path w="1182595" h="1003924">
                <a:moveTo>
                  <a:pt x="0" y="0"/>
                </a:moveTo>
                <a:lnTo>
                  <a:pt x="1182595" y="0"/>
                </a:lnTo>
                <a:lnTo>
                  <a:pt x="1182595" y="1003923"/>
                </a:lnTo>
                <a:lnTo>
                  <a:pt x="0" y="10039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66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3184214" y="7623884"/>
            <a:ext cx="3988294" cy="633410"/>
          </a:xfrm>
          <a:custGeom>
            <a:avLst/>
            <a:gdLst/>
            <a:ahLst/>
            <a:cxnLst/>
            <a:rect l="l" t="t" r="r" b="b"/>
            <a:pathLst>
              <a:path w="3988294" h="633410">
                <a:moveTo>
                  <a:pt x="0" y="0"/>
                </a:moveTo>
                <a:lnTo>
                  <a:pt x="3988294" y="0"/>
                </a:lnTo>
                <a:lnTo>
                  <a:pt x="3988294" y="633410"/>
                </a:lnTo>
                <a:lnTo>
                  <a:pt x="0" y="6334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91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TextBox 32"/>
          <p:cNvSpPr txBox="1"/>
          <p:nvPr/>
        </p:nvSpPr>
        <p:spPr>
          <a:xfrm>
            <a:off x="9029446" y="1910882"/>
            <a:ext cx="1195929" cy="714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08"/>
              </a:lnSpc>
            </a:pPr>
            <a:r>
              <a:rPr lang="en-US" sz="4340" b="1" dirty="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034802" y="4785336"/>
            <a:ext cx="1195929" cy="714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08"/>
              </a:lnSpc>
            </a:pPr>
            <a:r>
              <a:rPr lang="en-US" sz="4340" b="1" dirty="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034802" y="7696428"/>
            <a:ext cx="1195929" cy="714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08"/>
              </a:lnSpc>
            </a:pPr>
            <a:r>
              <a:rPr lang="en-US" sz="4340" b="1" dirty="0">
                <a:solidFill>
                  <a:srgbClr val="F5F5F5"/>
                </a:solidFill>
                <a:latin typeface="Telegraf Bold"/>
                <a:ea typeface="Telegraf Bold"/>
                <a:cs typeface="Telegraf Bold"/>
                <a:sym typeface="Telegraf Bold"/>
              </a:rPr>
              <a:t>03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027529" y="4061472"/>
            <a:ext cx="427593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35"/>
              </a:lnSpc>
            </a:pPr>
            <a:r>
              <a:rPr lang="en-US" sz="4029" b="1" dirty="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News Digest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095677" y="1427021"/>
            <a:ext cx="5946954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835"/>
              </a:lnSpc>
            </a:pPr>
            <a:r>
              <a:rPr lang="en-US" sz="4029" b="1" dirty="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Educational Materials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027529" y="4757839"/>
            <a:ext cx="6080445" cy="1431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0"/>
              </a:lnSpc>
            </a:pPr>
            <a:r>
              <a:rPr lang="en-US" sz="2014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Help experienced investors to stay informed about events that may affect their investments, providing macroeconomic interpretation of current news.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095677" y="2062145"/>
            <a:ext cx="5527820" cy="1064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0"/>
              </a:lnSpc>
            </a:pPr>
            <a:r>
              <a:rPr lang="en-US" sz="2014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App provides users with learning modules, where users can learn the basics of investing and economics.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052886" y="8190619"/>
            <a:ext cx="4250949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News Feed and AI Teacher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362436" y="1968879"/>
            <a:ext cx="3028376" cy="5117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3"/>
              </a:lnSpc>
              <a:spcBef>
                <a:spcPct val="0"/>
              </a:spcBef>
            </a:pPr>
            <a:r>
              <a:rPr lang="en-US" sz="1759" dirty="0">
                <a:solidFill>
                  <a:srgbClr val="000000"/>
                </a:solidFill>
                <a:latin typeface="Poppins" pitchFamily="2" charset="0"/>
                <a:ea typeface="Garet"/>
                <a:cs typeface="Poppins" pitchFamily="2" charset="0"/>
                <a:sym typeface="Garet"/>
              </a:rPr>
              <a:t>The user makes a decision based on AI Summary Review, which </a:t>
            </a:r>
            <a:r>
              <a:rPr lang="en-US" sz="175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are based on news from financial markets.</a:t>
            </a:r>
          </a:p>
          <a:p>
            <a:pPr algn="l">
              <a:lnSpc>
                <a:spcPts val="2463"/>
              </a:lnSpc>
              <a:spcBef>
                <a:spcPct val="0"/>
              </a:spcBef>
            </a:pPr>
            <a:endParaRPr lang="en-US" sz="1759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463"/>
              </a:lnSpc>
              <a:spcBef>
                <a:spcPct val="0"/>
              </a:spcBef>
            </a:pPr>
            <a:r>
              <a:rPr lang="en-US" sz="175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Since test investing mode is developed for those, who are just starting with investing, </a:t>
            </a:r>
            <a:r>
              <a:rPr lang="en-US" sz="1759" i="1" dirty="0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only 30 thrusted companies are chosen</a:t>
            </a:r>
            <a:r>
              <a:rPr lang="en-US" sz="175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algn="l">
              <a:lnSpc>
                <a:spcPts val="2463"/>
              </a:lnSpc>
              <a:spcBef>
                <a:spcPct val="0"/>
              </a:spcBef>
            </a:pPr>
            <a:endParaRPr lang="en-US" sz="1759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463"/>
              </a:lnSpc>
              <a:spcBef>
                <a:spcPct val="0"/>
              </a:spcBef>
            </a:pPr>
            <a:r>
              <a:rPr lang="en-US" sz="1759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helps to boost user confidence.</a:t>
            </a:r>
          </a:p>
          <a:p>
            <a:pPr algn="l">
              <a:lnSpc>
                <a:spcPts val="2463"/>
              </a:lnSpc>
              <a:spcBef>
                <a:spcPct val="0"/>
              </a:spcBef>
            </a:pPr>
            <a:endParaRPr lang="en-US" sz="1759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5281607" y="1363561"/>
            <a:ext cx="1111027" cy="448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Logic</a:t>
            </a:r>
          </a:p>
        </p:txBody>
      </p:sp>
      <p:sp>
        <p:nvSpPr>
          <p:cNvPr id="44" name="AutoShape 44"/>
          <p:cNvSpPr/>
          <p:nvPr/>
        </p:nvSpPr>
        <p:spPr>
          <a:xfrm flipV="1">
            <a:off x="5298307" y="1910882"/>
            <a:ext cx="3190034" cy="0"/>
          </a:xfrm>
          <a:prstGeom prst="line">
            <a:avLst/>
          </a:prstGeom>
          <a:ln w="28575" cap="flat">
            <a:solidFill>
              <a:srgbClr val="DDDDDD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5" name="TextBox 36">
            <a:extLst>
              <a:ext uri="{FF2B5EF4-FFF2-40B4-BE49-F238E27FC236}">
                <a16:creationId xmlns:a16="http://schemas.microsoft.com/office/drawing/2014/main" id="{3AF06713-9D43-244C-5436-36196EDEC0C8}"/>
              </a:ext>
            </a:extLst>
          </p:cNvPr>
          <p:cNvSpPr txBox="1"/>
          <p:nvPr/>
        </p:nvSpPr>
        <p:spPr>
          <a:xfrm>
            <a:off x="10962186" y="7080875"/>
            <a:ext cx="6574469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835"/>
              </a:lnSpc>
            </a:pPr>
            <a:r>
              <a:rPr lang="en-US" sz="4029" b="1" dirty="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Investment Playground</a:t>
            </a:r>
          </a:p>
        </p:txBody>
      </p:sp>
      <p:sp>
        <p:nvSpPr>
          <p:cNvPr id="46" name="TextBox 39">
            <a:extLst>
              <a:ext uri="{FF2B5EF4-FFF2-40B4-BE49-F238E27FC236}">
                <a16:creationId xmlns:a16="http://schemas.microsoft.com/office/drawing/2014/main" id="{5F078988-F52D-A98B-CC9C-EF4E1562F9FC}"/>
              </a:ext>
            </a:extLst>
          </p:cNvPr>
          <p:cNvSpPr txBox="1"/>
          <p:nvPr/>
        </p:nvSpPr>
        <p:spPr>
          <a:xfrm>
            <a:off x="10962186" y="7735570"/>
            <a:ext cx="6080445" cy="1064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20"/>
              </a:lnSpc>
            </a:pPr>
            <a:r>
              <a:rPr lang="en-US" sz="2014" dirty="0">
                <a:solidFill>
                  <a:srgbClr val="1A1A1A"/>
                </a:solidFill>
                <a:latin typeface="Poppins"/>
                <a:ea typeface="Poppins"/>
                <a:cs typeface="Poppins"/>
                <a:sym typeface="Poppins"/>
              </a:rPr>
              <a:t>The place, where user can buy and sell, go bankrupt and become a millioner and he should not be worried about consequences.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1288" y="326053"/>
            <a:ext cx="16045423" cy="9968567"/>
          </a:xfrm>
          <a:custGeom>
            <a:avLst/>
            <a:gdLst/>
            <a:ahLst/>
            <a:cxnLst/>
            <a:rect l="l" t="t" r="r" b="b"/>
            <a:pathLst>
              <a:path w="13874796" h="9968567">
                <a:moveTo>
                  <a:pt x="0" y="0"/>
                </a:moveTo>
                <a:lnTo>
                  <a:pt x="13874796" y="0"/>
                </a:lnTo>
                <a:lnTo>
                  <a:pt x="13874796" y="9968567"/>
                </a:lnTo>
                <a:lnTo>
                  <a:pt x="0" y="9968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18" r="-6424"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 rot="-193641">
            <a:off x="-182587" y="-1214068"/>
            <a:ext cx="1870996" cy="11898630"/>
            <a:chOff x="0" y="0"/>
            <a:chExt cx="2494661" cy="15864840"/>
          </a:xfrm>
        </p:grpSpPr>
        <p:sp>
          <p:nvSpPr>
            <p:cNvPr id="4" name="Freeform 4"/>
            <p:cNvSpPr/>
            <p:nvPr/>
          </p:nvSpPr>
          <p:spPr>
            <a:xfrm>
              <a:off x="44856" y="46991"/>
              <a:ext cx="2408400" cy="15767050"/>
            </a:xfrm>
            <a:custGeom>
              <a:avLst/>
              <a:gdLst/>
              <a:ahLst/>
              <a:cxnLst/>
              <a:rect l="l" t="t" r="r" b="b"/>
              <a:pathLst>
                <a:path w="2408400" h="15767050">
                  <a:moveTo>
                    <a:pt x="820052" y="15603220"/>
                  </a:moveTo>
                  <a:cubicBezTo>
                    <a:pt x="377247" y="14794230"/>
                    <a:pt x="259932" y="14508480"/>
                    <a:pt x="182872" y="14314170"/>
                  </a:cubicBezTo>
                  <a:cubicBezTo>
                    <a:pt x="129966" y="14180820"/>
                    <a:pt x="89711" y="14086839"/>
                    <a:pt x="58657" y="13971270"/>
                  </a:cubicBezTo>
                  <a:cubicBezTo>
                    <a:pt x="29903" y="13858239"/>
                    <a:pt x="3450" y="13742670"/>
                    <a:pt x="1150" y="13627100"/>
                  </a:cubicBezTo>
                  <a:cubicBezTo>
                    <a:pt x="0" y="13511530"/>
                    <a:pt x="10351" y="13399770"/>
                    <a:pt x="51756" y="13276580"/>
                  </a:cubicBezTo>
                  <a:cubicBezTo>
                    <a:pt x="105813" y="13116559"/>
                    <a:pt x="223127" y="12932410"/>
                    <a:pt x="340442" y="12767310"/>
                  </a:cubicBezTo>
                  <a:cubicBezTo>
                    <a:pt x="471558" y="12583160"/>
                    <a:pt x="693536" y="12383770"/>
                    <a:pt x="813151" y="12231370"/>
                  </a:cubicBezTo>
                  <a:cubicBezTo>
                    <a:pt x="895961" y="12125960"/>
                    <a:pt x="962669" y="12054839"/>
                    <a:pt x="1006375" y="11953239"/>
                  </a:cubicBezTo>
                  <a:cubicBezTo>
                    <a:pt x="1048930" y="11854179"/>
                    <a:pt x="1089185" y="11736070"/>
                    <a:pt x="1077684" y="11631929"/>
                  </a:cubicBezTo>
                  <a:cubicBezTo>
                    <a:pt x="1067333" y="11523979"/>
                    <a:pt x="990273" y="11421110"/>
                    <a:pt x="935066" y="11318239"/>
                  </a:cubicBezTo>
                  <a:cubicBezTo>
                    <a:pt x="876409" y="11212829"/>
                    <a:pt x="802800" y="11107420"/>
                    <a:pt x="733791" y="11005820"/>
                  </a:cubicBezTo>
                  <a:cubicBezTo>
                    <a:pt x="665933" y="10906760"/>
                    <a:pt x="581972" y="10824210"/>
                    <a:pt x="524465" y="10716260"/>
                  </a:cubicBezTo>
                  <a:cubicBezTo>
                    <a:pt x="464657" y="10601960"/>
                    <a:pt x="410601" y="10460989"/>
                    <a:pt x="387598" y="10336529"/>
                  </a:cubicBezTo>
                  <a:cubicBezTo>
                    <a:pt x="366895" y="10222229"/>
                    <a:pt x="373796" y="10116820"/>
                    <a:pt x="380697" y="9998710"/>
                  </a:cubicBezTo>
                  <a:cubicBezTo>
                    <a:pt x="388748" y="9865360"/>
                    <a:pt x="400249" y="9710420"/>
                    <a:pt x="437054" y="9577070"/>
                  </a:cubicBezTo>
                  <a:cubicBezTo>
                    <a:pt x="472708" y="9447529"/>
                    <a:pt x="534816" y="9319260"/>
                    <a:pt x="595774" y="9207500"/>
                  </a:cubicBezTo>
                  <a:cubicBezTo>
                    <a:pt x="652131" y="9107170"/>
                    <a:pt x="706188" y="9039860"/>
                    <a:pt x="784397" y="8934450"/>
                  </a:cubicBezTo>
                  <a:cubicBezTo>
                    <a:pt x="899412" y="8782050"/>
                    <a:pt x="1211100" y="8585200"/>
                    <a:pt x="1231803" y="8387079"/>
                  </a:cubicBezTo>
                  <a:cubicBezTo>
                    <a:pt x="1252506" y="8192770"/>
                    <a:pt x="1000624" y="7938770"/>
                    <a:pt x="916664" y="7758429"/>
                  </a:cubicBezTo>
                  <a:cubicBezTo>
                    <a:pt x="855706" y="7625079"/>
                    <a:pt x="810851" y="7522210"/>
                    <a:pt x="769445" y="7405370"/>
                  </a:cubicBezTo>
                  <a:cubicBezTo>
                    <a:pt x="730341" y="7296150"/>
                    <a:pt x="694686" y="7192010"/>
                    <a:pt x="672833" y="7080250"/>
                  </a:cubicBezTo>
                  <a:cubicBezTo>
                    <a:pt x="650981" y="6964679"/>
                    <a:pt x="634879" y="6846570"/>
                    <a:pt x="638329" y="6722110"/>
                  </a:cubicBezTo>
                  <a:cubicBezTo>
                    <a:pt x="642930" y="6584950"/>
                    <a:pt x="660182" y="6422390"/>
                    <a:pt x="705037" y="6292850"/>
                  </a:cubicBezTo>
                  <a:cubicBezTo>
                    <a:pt x="747593" y="6168390"/>
                    <a:pt x="826953" y="6064250"/>
                    <a:pt x="894811" y="5955029"/>
                  </a:cubicBezTo>
                  <a:cubicBezTo>
                    <a:pt x="960369" y="5849620"/>
                    <a:pt x="1030528" y="5746750"/>
                    <a:pt x="1105287" y="5647690"/>
                  </a:cubicBezTo>
                  <a:cubicBezTo>
                    <a:pt x="1181197" y="5548629"/>
                    <a:pt x="1275508" y="5455920"/>
                    <a:pt x="1349118" y="5360670"/>
                  </a:cubicBezTo>
                  <a:cubicBezTo>
                    <a:pt x="1418126" y="5271770"/>
                    <a:pt x="1530840" y="5193029"/>
                    <a:pt x="1536591" y="5096510"/>
                  </a:cubicBezTo>
                  <a:cubicBezTo>
                    <a:pt x="1541192" y="4989829"/>
                    <a:pt x="1412376" y="4859020"/>
                    <a:pt x="1342217" y="4745990"/>
                  </a:cubicBezTo>
                  <a:cubicBezTo>
                    <a:pt x="1270908" y="4632960"/>
                    <a:pt x="1177746" y="4531360"/>
                    <a:pt x="1112188" y="4420870"/>
                  </a:cubicBezTo>
                  <a:cubicBezTo>
                    <a:pt x="1050080" y="4316729"/>
                    <a:pt x="1000624" y="4218940"/>
                    <a:pt x="956919" y="4102100"/>
                  </a:cubicBezTo>
                  <a:cubicBezTo>
                    <a:pt x="907463" y="3971290"/>
                    <a:pt x="856856" y="3808729"/>
                    <a:pt x="839604" y="3670300"/>
                  </a:cubicBezTo>
                  <a:cubicBezTo>
                    <a:pt x="824652" y="3548379"/>
                    <a:pt x="830403" y="3434079"/>
                    <a:pt x="843055" y="3318510"/>
                  </a:cubicBezTo>
                  <a:cubicBezTo>
                    <a:pt x="856856" y="3205479"/>
                    <a:pt x="874108" y="3091180"/>
                    <a:pt x="916664" y="2985770"/>
                  </a:cubicBezTo>
                  <a:cubicBezTo>
                    <a:pt x="962670" y="2874010"/>
                    <a:pt x="1045480" y="2773680"/>
                    <a:pt x="1115639" y="2669540"/>
                  </a:cubicBezTo>
                  <a:cubicBezTo>
                    <a:pt x="1188098" y="2562860"/>
                    <a:pt x="1275508" y="2466340"/>
                    <a:pt x="1344517" y="2352040"/>
                  </a:cubicBezTo>
                  <a:cubicBezTo>
                    <a:pt x="1415826" y="2233930"/>
                    <a:pt x="1484835" y="2101850"/>
                    <a:pt x="1535441" y="1972310"/>
                  </a:cubicBezTo>
                  <a:cubicBezTo>
                    <a:pt x="1582597" y="1845310"/>
                    <a:pt x="1610200" y="1713230"/>
                    <a:pt x="1640104" y="1583690"/>
                  </a:cubicBezTo>
                  <a:cubicBezTo>
                    <a:pt x="1671158" y="1454150"/>
                    <a:pt x="1707962" y="1322070"/>
                    <a:pt x="1720614" y="1193800"/>
                  </a:cubicBezTo>
                  <a:cubicBezTo>
                    <a:pt x="1732115" y="1073150"/>
                    <a:pt x="1726365" y="955040"/>
                    <a:pt x="1714863" y="834390"/>
                  </a:cubicBezTo>
                  <a:cubicBezTo>
                    <a:pt x="1702212" y="707390"/>
                    <a:pt x="1652755" y="543560"/>
                    <a:pt x="1642404" y="450850"/>
                  </a:cubicBezTo>
                  <a:cubicBezTo>
                    <a:pt x="1636654" y="400050"/>
                    <a:pt x="1633203" y="369570"/>
                    <a:pt x="1637804" y="330200"/>
                  </a:cubicBezTo>
                  <a:cubicBezTo>
                    <a:pt x="1642404" y="290830"/>
                    <a:pt x="1653906" y="250190"/>
                    <a:pt x="1668858" y="214630"/>
                  </a:cubicBezTo>
                  <a:cubicBezTo>
                    <a:pt x="1684960" y="177800"/>
                    <a:pt x="1706812" y="143510"/>
                    <a:pt x="1732115" y="115570"/>
                  </a:cubicBezTo>
                  <a:cubicBezTo>
                    <a:pt x="1757418" y="86360"/>
                    <a:pt x="1788472" y="60960"/>
                    <a:pt x="1820676" y="43180"/>
                  </a:cubicBezTo>
                  <a:cubicBezTo>
                    <a:pt x="1852880" y="25400"/>
                    <a:pt x="1889685" y="12700"/>
                    <a:pt x="1925339" y="6350"/>
                  </a:cubicBezTo>
                  <a:cubicBezTo>
                    <a:pt x="1960994" y="0"/>
                    <a:pt x="1998949" y="1270"/>
                    <a:pt x="2034603" y="8890"/>
                  </a:cubicBezTo>
                  <a:cubicBezTo>
                    <a:pt x="2070258" y="15240"/>
                    <a:pt x="2105912" y="29210"/>
                    <a:pt x="2138116" y="49530"/>
                  </a:cubicBezTo>
                  <a:cubicBezTo>
                    <a:pt x="2169170" y="68580"/>
                    <a:pt x="2200224" y="93980"/>
                    <a:pt x="2224377" y="123190"/>
                  </a:cubicBezTo>
                  <a:cubicBezTo>
                    <a:pt x="2248530" y="153670"/>
                    <a:pt x="2269232" y="189230"/>
                    <a:pt x="2284184" y="224790"/>
                  </a:cubicBezTo>
                  <a:cubicBezTo>
                    <a:pt x="2299136" y="261620"/>
                    <a:pt x="2308337" y="302260"/>
                    <a:pt x="2311788" y="342900"/>
                  </a:cubicBezTo>
                  <a:cubicBezTo>
                    <a:pt x="2315238" y="382270"/>
                    <a:pt x="2312938" y="424180"/>
                    <a:pt x="2304887" y="463550"/>
                  </a:cubicBezTo>
                  <a:cubicBezTo>
                    <a:pt x="2295686" y="501650"/>
                    <a:pt x="2280734" y="541020"/>
                    <a:pt x="2262331" y="575310"/>
                  </a:cubicBezTo>
                  <a:cubicBezTo>
                    <a:pt x="2242779" y="608330"/>
                    <a:pt x="2217476" y="640080"/>
                    <a:pt x="2189872" y="665480"/>
                  </a:cubicBezTo>
                  <a:cubicBezTo>
                    <a:pt x="2162269" y="690880"/>
                    <a:pt x="2128915" y="712470"/>
                    <a:pt x="2094411" y="726440"/>
                  </a:cubicBezTo>
                  <a:cubicBezTo>
                    <a:pt x="2061056" y="740410"/>
                    <a:pt x="2023101" y="749300"/>
                    <a:pt x="1987447" y="750570"/>
                  </a:cubicBezTo>
                  <a:cubicBezTo>
                    <a:pt x="1951793" y="751840"/>
                    <a:pt x="1912688" y="746760"/>
                    <a:pt x="1878184" y="735330"/>
                  </a:cubicBezTo>
                  <a:cubicBezTo>
                    <a:pt x="1843679" y="723900"/>
                    <a:pt x="1809175" y="706120"/>
                    <a:pt x="1779271" y="683260"/>
                  </a:cubicBezTo>
                  <a:cubicBezTo>
                    <a:pt x="1750518" y="660400"/>
                    <a:pt x="1722914" y="629920"/>
                    <a:pt x="1701061" y="598170"/>
                  </a:cubicBezTo>
                  <a:cubicBezTo>
                    <a:pt x="1680359" y="566420"/>
                    <a:pt x="1661957" y="528320"/>
                    <a:pt x="1651605" y="490220"/>
                  </a:cubicBezTo>
                  <a:cubicBezTo>
                    <a:pt x="1640104" y="452120"/>
                    <a:pt x="1635503" y="410210"/>
                    <a:pt x="1635503" y="370840"/>
                  </a:cubicBezTo>
                  <a:cubicBezTo>
                    <a:pt x="1636654" y="330200"/>
                    <a:pt x="1642404" y="289560"/>
                    <a:pt x="1655056" y="251460"/>
                  </a:cubicBezTo>
                  <a:cubicBezTo>
                    <a:pt x="1666557" y="213360"/>
                    <a:pt x="1686110" y="176530"/>
                    <a:pt x="1707962" y="144780"/>
                  </a:cubicBezTo>
                  <a:cubicBezTo>
                    <a:pt x="1729815" y="114300"/>
                    <a:pt x="1758569" y="85090"/>
                    <a:pt x="1788472" y="63500"/>
                  </a:cubicBezTo>
                  <a:cubicBezTo>
                    <a:pt x="1819526" y="41910"/>
                    <a:pt x="1854031" y="24130"/>
                    <a:pt x="1889685" y="13970"/>
                  </a:cubicBezTo>
                  <a:cubicBezTo>
                    <a:pt x="1924189" y="5080"/>
                    <a:pt x="1962144" y="0"/>
                    <a:pt x="1997798" y="3810"/>
                  </a:cubicBezTo>
                  <a:cubicBezTo>
                    <a:pt x="2034603" y="6350"/>
                    <a:pt x="2071408" y="16510"/>
                    <a:pt x="2104762" y="31750"/>
                  </a:cubicBezTo>
                  <a:cubicBezTo>
                    <a:pt x="2138116" y="46990"/>
                    <a:pt x="2171470" y="68580"/>
                    <a:pt x="2197924" y="95250"/>
                  </a:cubicBezTo>
                  <a:cubicBezTo>
                    <a:pt x="2225527" y="121920"/>
                    <a:pt x="2249680" y="154940"/>
                    <a:pt x="2268082" y="189230"/>
                  </a:cubicBezTo>
                  <a:cubicBezTo>
                    <a:pt x="2285334" y="223520"/>
                    <a:pt x="2294536" y="255270"/>
                    <a:pt x="2307187" y="302260"/>
                  </a:cubicBezTo>
                  <a:cubicBezTo>
                    <a:pt x="2324439" y="372110"/>
                    <a:pt x="2340541" y="473710"/>
                    <a:pt x="2355493" y="571500"/>
                  </a:cubicBezTo>
                  <a:cubicBezTo>
                    <a:pt x="2372745" y="684530"/>
                    <a:pt x="2399198" y="815340"/>
                    <a:pt x="2403799" y="942340"/>
                  </a:cubicBezTo>
                  <a:cubicBezTo>
                    <a:pt x="2408400" y="1073150"/>
                    <a:pt x="2396898" y="1209040"/>
                    <a:pt x="2380796" y="1346200"/>
                  </a:cubicBezTo>
                  <a:cubicBezTo>
                    <a:pt x="2362394" y="1488440"/>
                    <a:pt x="2330190" y="1629410"/>
                    <a:pt x="2295686" y="1780540"/>
                  </a:cubicBezTo>
                  <a:cubicBezTo>
                    <a:pt x="2257731" y="1945640"/>
                    <a:pt x="2219776" y="2127250"/>
                    <a:pt x="2157668" y="2296160"/>
                  </a:cubicBezTo>
                  <a:cubicBezTo>
                    <a:pt x="2092110" y="2471420"/>
                    <a:pt x="1992048" y="2669540"/>
                    <a:pt x="1910388" y="2810510"/>
                  </a:cubicBezTo>
                  <a:cubicBezTo>
                    <a:pt x="1847130" y="2918460"/>
                    <a:pt x="1780421" y="2980690"/>
                    <a:pt x="1722914" y="3082290"/>
                  </a:cubicBezTo>
                  <a:cubicBezTo>
                    <a:pt x="1656206" y="3197860"/>
                    <a:pt x="1554993" y="3343910"/>
                    <a:pt x="1541192" y="3470910"/>
                  </a:cubicBezTo>
                  <a:cubicBezTo>
                    <a:pt x="1528540" y="3585210"/>
                    <a:pt x="1572245" y="3703320"/>
                    <a:pt x="1611350" y="3808729"/>
                  </a:cubicBezTo>
                  <a:cubicBezTo>
                    <a:pt x="1650455" y="3911600"/>
                    <a:pt x="1716013" y="4001770"/>
                    <a:pt x="1774671" y="4094479"/>
                  </a:cubicBezTo>
                  <a:cubicBezTo>
                    <a:pt x="1834478" y="4189729"/>
                    <a:pt x="1906937" y="4269740"/>
                    <a:pt x="1969045" y="4370070"/>
                  </a:cubicBezTo>
                  <a:cubicBezTo>
                    <a:pt x="2038053" y="4480560"/>
                    <a:pt x="2124314" y="4602479"/>
                    <a:pt x="2168020" y="4732020"/>
                  </a:cubicBezTo>
                  <a:cubicBezTo>
                    <a:pt x="2211725" y="4860290"/>
                    <a:pt x="2239329" y="5006340"/>
                    <a:pt x="2230127" y="5143500"/>
                  </a:cubicBezTo>
                  <a:cubicBezTo>
                    <a:pt x="2220926" y="5287010"/>
                    <a:pt x="2165720" y="5453379"/>
                    <a:pt x="2104762" y="5576570"/>
                  </a:cubicBezTo>
                  <a:cubicBezTo>
                    <a:pt x="2049555" y="5688329"/>
                    <a:pt x="1965594" y="5772150"/>
                    <a:pt x="1894286" y="5863590"/>
                  </a:cubicBezTo>
                  <a:cubicBezTo>
                    <a:pt x="1825277" y="5951220"/>
                    <a:pt x="1750518" y="6027420"/>
                    <a:pt x="1682659" y="6115050"/>
                  </a:cubicBezTo>
                  <a:cubicBezTo>
                    <a:pt x="1613651" y="6203950"/>
                    <a:pt x="1538891" y="6287770"/>
                    <a:pt x="1484835" y="6391910"/>
                  </a:cubicBezTo>
                  <a:cubicBezTo>
                    <a:pt x="1426177" y="6503670"/>
                    <a:pt x="1356019" y="6643370"/>
                    <a:pt x="1347968" y="6766560"/>
                  </a:cubicBezTo>
                  <a:cubicBezTo>
                    <a:pt x="1339917" y="6879589"/>
                    <a:pt x="1387072" y="6993889"/>
                    <a:pt x="1421577" y="7101839"/>
                  </a:cubicBezTo>
                  <a:cubicBezTo>
                    <a:pt x="1454931" y="7209789"/>
                    <a:pt x="1496336" y="7291070"/>
                    <a:pt x="1551543" y="7411720"/>
                  </a:cubicBezTo>
                  <a:cubicBezTo>
                    <a:pt x="1633203" y="7588250"/>
                    <a:pt x="1809175" y="7863839"/>
                    <a:pt x="1871283" y="8056879"/>
                  </a:cubicBezTo>
                  <a:cubicBezTo>
                    <a:pt x="1917288" y="8197850"/>
                    <a:pt x="1946042" y="8319770"/>
                    <a:pt x="1936841" y="8445500"/>
                  </a:cubicBezTo>
                  <a:cubicBezTo>
                    <a:pt x="1928790" y="8569960"/>
                    <a:pt x="1878184" y="8698229"/>
                    <a:pt x="1821827" y="8809989"/>
                  </a:cubicBezTo>
                  <a:cubicBezTo>
                    <a:pt x="1763169" y="8925560"/>
                    <a:pt x="1668858" y="9030970"/>
                    <a:pt x="1590648" y="9127489"/>
                  </a:cubicBezTo>
                  <a:cubicBezTo>
                    <a:pt x="1519339" y="9215120"/>
                    <a:pt x="1443429" y="9282429"/>
                    <a:pt x="1374421" y="9367520"/>
                  </a:cubicBezTo>
                  <a:cubicBezTo>
                    <a:pt x="1301962" y="9456420"/>
                    <a:pt x="1215701" y="9546589"/>
                    <a:pt x="1166245" y="9652000"/>
                  </a:cubicBezTo>
                  <a:cubicBezTo>
                    <a:pt x="1116789" y="9756139"/>
                    <a:pt x="1081134" y="9879329"/>
                    <a:pt x="1075384" y="9996170"/>
                  </a:cubicBezTo>
                  <a:cubicBezTo>
                    <a:pt x="1069633" y="10111739"/>
                    <a:pt x="1089185" y="10245089"/>
                    <a:pt x="1132891" y="10347960"/>
                  </a:cubicBezTo>
                  <a:cubicBezTo>
                    <a:pt x="1174296" y="10449560"/>
                    <a:pt x="1264007" y="10520679"/>
                    <a:pt x="1323815" y="10610850"/>
                  </a:cubicBezTo>
                  <a:cubicBezTo>
                    <a:pt x="1384772" y="10701020"/>
                    <a:pt x="1437679" y="10784839"/>
                    <a:pt x="1494036" y="10887710"/>
                  </a:cubicBezTo>
                  <a:cubicBezTo>
                    <a:pt x="1560744" y="11008360"/>
                    <a:pt x="1644704" y="11159489"/>
                    <a:pt x="1691860" y="11291570"/>
                  </a:cubicBezTo>
                  <a:cubicBezTo>
                    <a:pt x="1732115" y="11405870"/>
                    <a:pt x="1764319" y="11512550"/>
                    <a:pt x="1772370" y="11629389"/>
                  </a:cubicBezTo>
                  <a:cubicBezTo>
                    <a:pt x="1781571" y="11747500"/>
                    <a:pt x="1768920" y="11878310"/>
                    <a:pt x="1737866" y="11995150"/>
                  </a:cubicBezTo>
                  <a:cubicBezTo>
                    <a:pt x="1705662" y="12113260"/>
                    <a:pt x="1642404" y="12223750"/>
                    <a:pt x="1582597" y="12330429"/>
                  </a:cubicBezTo>
                  <a:cubicBezTo>
                    <a:pt x="1521639" y="12439650"/>
                    <a:pt x="1461832" y="12529820"/>
                    <a:pt x="1374421" y="12644120"/>
                  </a:cubicBezTo>
                  <a:cubicBezTo>
                    <a:pt x="1254806" y="12800329"/>
                    <a:pt x="1045480" y="13004800"/>
                    <a:pt x="917814" y="13166089"/>
                  </a:cubicBezTo>
                  <a:cubicBezTo>
                    <a:pt x="816601" y="13294359"/>
                    <a:pt x="690086" y="13399770"/>
                    <a:pt x="660182" y="13525500"/>
                  </a:cubicBezTo>
                  <a:cubicBezTo>
                    <a:pt x="632578" y="13633450"/>
                    <a:pt x="669383" y="13729970"/>
                    <a:pt x="703887" y="13863320"/>
                  </a:cubicBezTo>
                  <a:cubicBezTo>
                    <a:pt x="757944" y="14075409"/>
                    <a:pt x="902862" y="14414500"/>
                    <a:pt x="1016726" y="14655800"/>
                  </a:cubicBezTo>
                  <a:cubicBezTo>
                    <a:pt x="1119089" y="14871700"/>
                    <a:pt x="1295061" y="15144750"/>
                    <a:pt x="1345667" y="15248889"/>
                  </a:cubicBezTo>
                  <a:cubicBezTo>
                    <a:pt x="1362919" y="15284450"/>
                    <a:pt x="1368670" y="15297150"/>
                    <a:pt x="1376721" y="15323820"/>
                  </a:cubicBezTo>
                  <a:cubicBezTo>
                    <a:pt x="1383622" y="15349220"/>
                    <a:pt x="1388223" y="15377159"/>
                    <a:pt x="1390523" y="15403830"/>
                  </a:cubicBezTo>
                  <a:cubicBezTo>
                    <a:pt x="1391673" y="15430500"/>
                    <a:pt x="1390523" y="15458439"/>
                    <a:pt x="1385922" y="15485109"/>
                  </a:cubicBezTo>
                  <a:cubicBezTo>
                    <a:pt x="1381322" y="15511780"/>
                    <a:pt x="1374421" y="15539720"/>
                    <a:pt x="1364070" y="15563850"/>
                  </a:cubicBezTo>
                  <a:cubicBezTo>
                    <a:pt x="1353718" y="15589250"/>
                    <a:pt x="1341067" y="15613380"/>
                    <a:pt x="1326115" y="15634970"/>
                  </a:cubicBezTo>
                  <a:cubicBezTo>
                    <a:pt x="1311163" y="15655289"/>
                    <a:pt x="1292761" y="15675609"/>
                    <a:pt x="1274358" y="15692120"/>
                  </a:cubicBezTo>
                  <a:cubicBezTo>
                    <a:pt x="1254806" y="15709900"/>
                    <a:pt x="1232953" y="15723870"/>
                    <a:pt x="1209950" y="15735300"/>
                  </a:cubicBezTo>
                  <a:cubicBezTo>
                    <a:pt x="1188098" y="15746730"/>
                    <a:pt x="1163945" y="15755620"/>
                    <a:pt x="1139792" y="15760700"/>
                  </a:cubicBezTo>
                  <a:cubicBezTo>
                    <a:pt x="1115639" y="15764509"/>
                    <a:pt x="1090335" y="15767050"/>
                    <a:pt x="1066182" y="15765780"/>
                  </a:cubicBezTo>
                  <a:cubicBezTo>
                    <a:pt x="1040879" y="15764509"/>
                    <a:pt x="1015576" y="15759430"/>
                    <a:pt x="992573" y="15750539"/>
                  </a:cubicBezTo>
                  <a:cubicBezTo>
                    <a:pt x="969570" y="15742920"/>
                    <a:pt x="945417" y="15731489"/>
                    <a:pt x="924715" y="15717520"/>
                  </a:cubicBezTo>
                  <a:cubicBezTo>
                    <a:pt x="904012" y="15703550"/>
                    <a:pt x="883310" y="15687039"/>
                    <a:pt x="866057" y="15667989"/>
                  </a:cubicBezTo>
                  <a:cubicBezTo>
                    <a:pt x="848805" y="15648939"/>
                    <a:pt x="820052" y="15603220"/>
                    <a:pt x="820052" y="15603220"/>
                  </a:cubicBezTo>
                </a:path>
              </a:pathLst>
            </a:custGeom>
            <a:solidFill>
              <a:srgbClr val="FFBB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10564335">
            <a:off x="16605724" y="-805816"/>
            <a:ext cx="1870996" cy="11898630"/>
            <a:chOff x="0" y="0"/>
            <a:chExt cx="2494661" cy="15864840"/>
          </a:xfrm>
        </p:grpSpPr>
        <p:sp>
          <p:nvSpPr>
            <p:cNvPr id="6" name="Freeform 6"/>
            <p:cNvSpPr/>
            <p:nvPr/>
          </p:nvSpPr>
          <p:spPr>
            <a:xfrm>
              <a:off x="44856" y="46991"/>
              <a:ext cx="2408400" cy="15767050"/>
            </a:xfrm>
            <a:custGeom>
              <a:avLst/>
              <a:gdLst/>
              <a:ahLst/>
              <a:cxnLst/>
              <a:rect l="l" t="t" r="r" b="b"/>
              <a:pathLst>
                <a:path w="2408400" h="15767050">
                  <a:moveTo>
                    <a:pt x="820052" y="15603220"/>
                  </a:moveTo>
                  <a:cubicBezTo>
                    <a:pt x="377247" y="14794230"/>
                    <a:pt x="259932" y="14508480"/>
                    <a:pt x="182872" y="14314170"/>
                  </a:cubicBezTo>
                  <a:cubicBezTo>
                    <a:pt x="129966" y="14180820"/>
                    <a:pt x="89711" y="14086839"/>
                    <a:pt x="58657" y="13971270"/>
                  </a:cubicBezTo>
                  <a:cubicBezTo>
                    <a:pt x="29903" y="13858239"/>
                    <a:pt x="3450" y="13742670"/>
                    <a:pt x="1150" y="13627100"/>
                  </a:cubicBezTo>
                  <a:cubicBezTo>
                    <a:pt x="0" y="13511530"/>
                    <a:pt x="10351" y="13399770"/>
                    <a:pt x="51756" y="13276580"/>
                  </a:cubicBezTo>
                  <a:cubicBezTo>
                    <a:pt x="105813" y="13116559"/>
                    <a:pt x="223127" y="12932410"/>
                    <a:pt x="340442" y="12767310"/>
                  </a:cubicBezTo>
                  <a:cubicBezTo>
                    <a:pt x="471558" y="12583160"/>
                    <a:pt x="693536" y="12383770"/>
                    <a:pt x="813151" y="12231370"/>
                  </a:cubicBezTo>
                  <a:cubicBezTo>
                    <a:pt x="895961" y="12125960"/>
                    <a:pt x="962669" y="12054839"/>
                    <a:pt x="1006375" y="11953239"/>
                  </a:cubicBezTo>
                  <a:cubicBezTo>
                    <a:pt x="1048930" y="11854179"/>
                    <a:pt x="1089185" y="11736070"/>
                    <a:pt x="1077684" y="11631929"/>
                  </a:cubicBezTo>
                  <a:cubicBezTo>
                    <a:pt x="1067333" y="11523979"/>
                    <a:pt x="990273" y="11421110"/>
                    <a:pt x="935066" y="11318239"/>
                  </a:cubicBezTo>
                  <a:cubicBezTo>
                    <a:pt x="876409" y="11212829"/>
                    <a:pt x="802800" y="11107420"/>
                    <a:pt x="733791" y="11005820"/>
                  </a:cubicBezTo>
                  <a:cubicBezTo>
                    <a:pt x="665933" y="10906760"/>
                    <a:pt x="581972" y="10824210"/>
                    <a:pt x="524465" y="10716260"/>
                  </a:cubicBezTo>
                  <a:cubicBezTo>
                    <a:pt x="464657" y="10601960"/>
                    <a:pt x="410601" y="10460989"/>
                    <a:pt x="387598" y="10336529"/>
                  </a:cubicBezTo>
                  <a:cubicBezTo>
                    <a:pt x="366895" y="10222229"/>
                    <a:pt x="373796" y="10116820"/>
                    <a:pt x="380697" y="9998710"/>
                  </a:cubicBezTo>
                  <a:cubicBezTo>
                    <a:pt x="388748" y="9865360"/>
                    <a:pt x="400249" y="9710420"/>
                    <a:pt x="437054" y="9577070"/>
                  </a:cubicBezTo>
                  <a:cubicBezTo>
                    <a:pt x="472708" y="9447529"/>
                    <a:pt x="534816" y="9319260"/>
                    <a:pt x="595774" y="9207500"/>
                  </a:cubicBezTo>
                  <a:cubicBezTo>
                    <a:pt x="652131" y="9107170"/>
                    <a:pt x="706188" y="9039860"/>
                    <a:pt x="784397" y="8934450"/>
                  </a:cubicBezTo>
                  <a:cubicBezTo>
                    <a:pt x="899412" y="8782050"/>
                    <a:pt x="1211100" y="8585200"/>
                    <a:pt x="1231803" y="8387079"/>
                  </a:cubicBezTo>
                  <a:cubicBezTo>
                    <a:pt x="1252506" y="8192770"/>
                    <a:pt x="1000624" y="7938770"/>
                    <a:pt x="916664" y="7758429"/>
                  </a:cubicBezTo>
                  <a:cubicBezTo>
                    <a:pt x="855706" y="7625079"/>
                    <a:pt x="810851" y="7522210"/>
                    <a:pt x="769445" y="7405370"/>
                  </a:cubicBezTo>
                  <a:cubicBezTo>
                    <a:pt x="730341" y="7296150"/>
                    <a:pt x="694686" y="7192010"/>
                    <a:pt x="672833" y="7080250"/>
                  </a:cubicBezTo>
                  <a:cubicBezTo>
                    <a:pt x="650981" y="6964679"/>
                    <a:pt x="634879" y="6846570"/>
                    <a:pt x="638329" y="6722110"/>
                  </a:cubicBezTo>
                  <a:cubicBezTo>
                    <a:pt x="642930" y="6584950"/>
                    <a:pt x="660182" y="6422390"/>
                    <a:pt x="705037" y="6292850"/>
                  </a:cubicBezTo>
                  <a:cubicBezTo>
                    <a:pt x="747593" y="6168390"/>
                    <a:pt x="826953" y="6064250"/>
                    <a:pt x="894811" y="5955029"/>
                  </a:cubicBezTo>
                  <a:cubicBezTo>
                    <a:pt x="960369" y="5849620"/>
                    <a:pt x="1030528" y="5746750"/>
                    <a:pt x="1105287" y="5647690"/>
                  </a:cubicBezTo>
                  <a:cubicBezTo>
                    <a:pt x="1181197" y="5548629"/>
                    <a:pt x="1275508" y="5455920"/>
                    <a:pt x="1349118" y="5360670"/>
                  </a:cubicBezTo>
                  <a:cubicBezTo>
                    <a:pt x="1418126" y="5271770"/>
                    <a:pt x="1530840" y="5193029"/>
                    <a:pt x="1536591" y="5096510"/>
                  </a:cubicBezTo>
                  <a:cubicBezTo>
                    <a:pt x="1541192" y="4989829"/>
                    <a:pt x="1412376" y="4859020"/>
                    <a:pt x="1342217" y="4745990"/>
                  </a:cubicBezTo>
                  <a:cubicBezTo>
                    <a:pt x="1270908" y="4632960"/>
                    <a:pt x="1177746" y="4531360"/>
                    <a:pt x="1112188" y="4420870"/>
                  </a:cubicBezTo>
                  <a:cubicBezTo>
                    <a:pt x="1050080" y="4316729"/>
                    <a:pt x="1000624" y="4218940"/>
                    <a:pt x="956919" y="4102100"/>
                  </a:cubicBezTo>
                  <a:cubicBezTo>
                    <a:pt x="907463" y="3971290"/>
                    <a:pt x="856856" y="3808729"/>
                    <a:pt x="839604" y="3670300"/>
                  </a:cubicBezTo>
                  <a:cubicBezTo>
                    <a:pt x="824652" y="3548379"/>
                    <a:pt x="830403" y="3434079"/>
                    <a:pt x="843055" y="3318510"/>
                  </a:cubicBezTo>
                  <a:cubicBezTo>
                    <a:pt x="856856" y="3205479"/>
                    <a:pt x="874108" y="3091180"/>
                    <a:pt x="916664" y="2985770"/>
                  </a:cubicBezTo>
                  <a:cubicBezTo>
                    <a:pt x="962670" y="2874010"/>
                    <a:pt x="1045480" y="2773680"/>
                    <a:pt x="1115639" y="2669540"/>
                  </a:cubicBezTo>
                  <a:cubicBezTo>
                    <a:pt x="1188098" y="2562860"/>
                    <a:pt x="1275508" y="2466340"/>
                    <a:pt x="1344517" y="2352040"/>
                  </a:cubicBezTo>
                  <a:cubicBezTo>
                    <a:pt x="1415826" y="2233930"/>
                    <a:pt x="1484835" y="2101850"/>
                    <a:pt x="1535441" y="1972310"/>
                  </a:cubicBezTo>
                  <a:cubicBezTo>
                    <a:pt x="1582597" y="1845310"/>
                    <a:pt x="1610200" y="1713230"/>
                    <a:pt x="1640104" y="1583690"/>
                  </a:cubicBezTo>
                  <a:cubicBezTo>
                    <a:pt x="1671158" y="1454150"/>
                    <a:pt x="1707962" y="1322070"/>
                    <a:pt x="1720614" y="1193800"/>
                  </a:cubicBezTo>
                  <a:cubicBezTo>
                    <a:pt x="1732115" y="1073150"/>
                    <a:pt x="1726365" y="955040"/>
                    <a:pt x="1714863" y="834390"/>
                  </a:cubicBezTo>
                  <a:cubicBezTo>
                    <a:pt x="1702212" y="707390"/>
                    <a:pt x="1652755" y="543560"/>
                    <a:pt x="1642404" y="450850"/>
                  </a:cubicBezTo>
                  <a:cubicBezTo>
                    <a:pt x="1636654" y="400050"/>
                    <a:pt x="1633203" y="369570"/>
                    <a:pt x="1637804" y="330200"/>
                  </a:cubicBezTo>
                  <a:cubicBezTo>
                    <a:pt x="1642404" y="290830"/>
                    <a:pt x="1653906" y="250190"/>
                    <a:pt x="1668858" y="214630"/>
                  </a:cubicBezTo>
                  <a:cubicBezTo>
                    <a:pt x="1684960" y="177800"/>
                    <a:pt x="1706812" y="143510"/>
                    <a:pt x="1732115" y="115570"/>
                  </a:cubicBezTo>
                  <a:cubicBezTo>
                    <a:pt x="1757418" y="86360"/>
                    <a:pt x="1788472" y="60960"/>
                    <a:pt x="1820676" y="43180"/>
                  </a:cubicBezTo>
                  <a:cubicBezTo>
                    <a:pt x="1852880" y="25400"/>
                    <a:pt x="1889685" y="12700"/>
                    <a:pt x="1925339" y="6350"/>
                  </a:cubicBezTo>
                  <a:cubicBezTo>
                    <a:pt x="1960994" y="0"/>
                    <a:pt x="1998949" y="1270"/>
                    <a:pt x="2034603" y="8890"/>
                  </a:cubicBezTo>
                  <a:cubicBezTo>
                    <a:pt x="2070258" y="15240"/>
                    <a:pt x="2105912" y="29210"/>
                    <a:pt x="2138116" y="49530"/>
                  </a:cubicBezTo>
                  <a:cubicBezTo>
                    <a:pt x="2169170" y="68580"/>
                    <a:pt x="2200224" y="93980"/>
                    <a:pt x="2224377" y="123190"/>
                  </a:cubicBezTo>
                  <a:cubicBezTo>
                    <a:pt x="2248530" y="153670"/>
                    <a:pt x="2269232" y="189230"/>
                    <a:pt x="2284184" y="224790"/>
                  </a:cubicBezTo>
                  <a:cubicBezTo>
                    <a:pt x="2299136" y="261620"/>
                    <a:pt x="2308337" y="302260"/>
                    <a:pt x="2311788" y="342900"/>
                  </a:cubicBezTo>
                  <a:cubicBezTo>
                    <a:pt x="2315238" y="382270"/>
                    <a:pt x="2312938" y="424180"/>
                    <a:pt x="2304887" y="463550"/>
                  </a:cubicBezTo>
                  <a:cubicBezTo>
                    <a:pt x="2295686" y="501650"/>
                    <a:pt x="2280734" y="541020"/>
                    <a:pt x="2262331" y="575310"/>
                  </a:cubicBezTo>
                  <a:cubicBezTo>
                    <a:pt x="2242779" y="608330"/>
                    <a:pt x="2217476" y="640080"/>
                    <a:pt x="2189872" y="665480"/>
                  </a:cubicBezTo>
                  <a:cubicBezTo>
                    <a:pt x="2162269" y="690880"/>
                    <a:pt x="2128915" y="712470"/>
                    <a:pt x="2094411" y="726440"/>
                  </a:cubicBezTo>
                  <a:cubicBezTo>
                    <a:pt x="2061056" y="740410"/>
                    <a:pt x="2023101" y="749300"/>
                    <a:pt x="1987447" y="750570"/>
                  </a:cubicBezTo>
                  <a:cubicBezTo>
                    <a:pt x="1951793" y="751840"/>
                    <a:pt x="1912688" y="746760"/>
                    <a:pt x="1878184" y="735330"/>
                  </a:cubicBezTo>
                  <a:cubicBezTo>
                    <a:pt x="1843679" y="723900"/>
                    <a:pt x="1809175" y="706120"/>
                    <a:pt x="1779271" y="683260"/>
                  </a:cubicBezTo>
                  <a:cubicBezTo>
                    <a:pt x="1750518" y="660400"/>
                    <a:pt x="1722914" y="629920"/>
                    <a:pt x="1701061" y="598170"/>
                  </a:cubicBezTo>
                  <a:cubicBezTo>
                    <a:pt x="1680359" y="566420"/>
                    <a:pt x="1661957" y="528320"/>
                    <a:pt x="1651605" y="490220"/>
                  </a:cubicBezTo>
                  <a:cubicBezTo>
                    <a:pt x="1640104" y="452120"/>
                    <a:pt x="1635503" y="410210"/>
                    <a:pt x="1635503" y="370840"/>
                  </a:cubicBezTo>
                  <a:cubicBezTo>
                    <a:pt x="1636654" y="330200"/>
                    <a:pt x="1642404" y="289560"/>
                    <a:pt x="1655056" y="251460"/>
                  </a:cubicBezTo>
                  <a:cubicBezTo>
                    <a:pt x="1666557" y="213360"/>
                    <a:pt x="1686110" y="176530"/>
                    <a:pt x="1707962" y="144780"/>
                  </a:cubicBezTo>
                  <a:cubicBezTo>
                    <a:pt x="1729815" y="114300"/>
                    <a:pt x="1758569" y="85090"/>
                    <a:pt x="1788472" y="63500"/>
                  </a:cubicBezTo>
                  <a:cubicBezTo>
                    <a:pt x="1819526" y="41910"/>
                    <a:pt x="1854031" y="24130"/>
                    <a:pt x="1889685" y="13970"/>
                  </a:cubicBezTo>
                  <a:cubicBezTo>
                    <a:pt x="1924189" y="5080"/>
                    <a:pt x="1962144" y="0"/>
                    <a:pt x="1997798" y="3810"/>
                  </a:cubicBezTo>
                  <a:cubicBezTo>
                    <a:pt x="2034603" y="6350"/>
                    <a:pt x="2071408" y="16510"/>
                    <a:pt x="2104762" y="31750"/>
                  </a:cubicBezTo>
                  <a:cubicBezTo>
                    <a:pt x="2138116" y="46990"/>
                    <a:pt x="2171470" y="68580"/>
                    <a:pt x="2197924" y="95250"/>
                  </a:cubicBezTo>
                  <a:cubicBezTo>
                    <a:pt x="2225527" y="121920"/>
                    <a:pt x="2249680" y="154940"/>
                    <a:pt x="2268082" y="189230"/>
                  </a:cubicBezTo>
                  <a:cubicBezTo>
                    <a:pt x="2285334" y="223520"/>
                    <a:pt x="2294536" y="255270"/>
                    <a:pt x="2307187" y="302260"/>
                  </a:cubicBezTo>
                  <a:cubicBezTo>
                    <a:pt x="2324439" y="372110"/>
                    <a:pt x="2340541" y="473710"/>
                    <a:pt x="2355493" y="571500"/>
                  </a:cubicBezTo>
                  <a:cubicBezTo>
                    <a:pt x="2372745" y="684530"/>
                    <a:pt x="2399198" y="815340"/>
                    <a:pt x="2403799" y="942340"/>
                  </a:cubicBezTo>
                  <a:cubicBezTo>
                    <a:pt x="2408400" y="1073150"/>
                    <a:pt x="2396898" y="1209040"/>
                    <a:pt x="2380796" y="1346200"/>
                  </a:cubicBezTo>
                  <a:cubicBezTo>
                    <a:pt x="2362394" y="1488440"/>
                    <a:pt x="2330190" y="1629410"/>
                    <a:pt x="2295686" y="1780540"/>
                  </a:cubicBezTo>
                  <a:cubicBezTo>
                    <a:pt x="2257731" y="1945640"/>
                    <a:pt x="2219776" y="2127250"/>
                    <a:pt x="2157668" y="2296160"/>
                  </a:cubicBezTo>
                  <a:cubicBezTo>
                    <a:pt x="2092110" y="2471420"/>
                    <a:pt x="1992048" y="2669540"/>
                    <a:pt x="1910388" y="2810510"/>
                  </a:cubicBezTo>
                  <a:cubicBezTo>
                    <a:pt x="1847130" y="2918460"/>
                    <a:pt x="1780421" y="2980690"/>
                    <a:pt x="1722914" y="3082290"/>
                  </a:cubicBezTo>
                  <a:cubicBezTo>
                    <a:pt x="1656206" y="3197860"/>
                    <a:pt x="1554993" y="3343910"/>
                    <a:pt x="1541192" y="3470910"/>
                  </a:cubicBezTo>
                  <a:cubicBezTo>
                    <a:pt x="1528540" y="3585210"/>
                    <a:pt x="1572245" y="3703320"/>
                    <a:pt x="1611350" y="3808729"/>
                  </a:cubicBezTo>
                  <a:cubicBezTo>
                    <a:pt x="1650455" y="3911600"/>
                    <a:pt x="1716013" y="4001770"/>
                    <a:pt x="1774671" y="4094479"/>
                  </a:cubicBezTo>
                  <a:cubicBezTo>
                    <a:pt x="1834478" y="4189729"/>
                    <a:pt x="1906937" y="4269740"/>
                    <a:pt x="1969045" y="4370070"/>
                  </a:cubicBezTo>
                  <a:cubicBezTo>
                    <a:pt x="2038053" y="4480560"/>
                    <a:pt x="2124314" y="4602479"/>
                    <a:pt x="2168020" y="4732020"/>
                  </a:cubicBezTo>
                  <a:cubicBezTo>
                    <a:pt x="2211725" y="4860290"/>
                    <a:pt x="2239329" y="5006340"/>
                    <a:pt x="2230127" y="5143500"/>
                  </a:cubicBezTo>
                  <a:cubicBezTo>
                    <a:pt x="2220926" y="5287010"/>
                    <a:pt x="2165720" y="5453379"/>
                    <a:pt x="2104762" y="5576570"/>
                  </a:cubicBezTo>
                  <a:cubicBezTo>
                    <a:pt x="2049555" y="5688329"/>
                    <a:pt x="1965594" y="5772150"/>
                    <a:pt x="1894286" y="5863590"/>
                  </a:cubicBezTo>
                  <a:cubicBezTo>
                    <a:pt x="1825277" y="5951220"/>
                    <a:pt x="1750518" y="6027420"/>
                    <a:pt x="1682659" y="6115050"/>
                  </a:cubicBezTo>
                  <a:cubicBezTo>
                    <a:pt x="1613651" y="6203950"/>
                    <a:pt x="1538891" y="6287770"/>
                    <a:pt x="1484835" y="6391910"/>
                  </a:cubicBezTo>
                  <a:cubicBezTo>
                    <a:pt x="1426177" y="6503670"/>
                    <a:pt x="1356019" y="6643370"/>
                    <a:pt x="1347968" y="6766560"/>
                  </a:cubicBezTo>
                  <a:cubicBezTo>
                    <a:pt x="1339917" y="6879589"/>
                    <a:pt x="1387072" y="6993889"/>
                    <a:pt x="1421577" y="7101839"/>
                  </a:cubicBezTo>
                  <a:cubicBezTo>
                    <a:pt x="1454931" y="7209789"/>
                    <a:pt x="1496336" y="7291070"/>
                    <a:pt x="1551543" y="7411720"/>
                  </a:cubicBezTo>
                  <a:cubicBezTo>
                    <a:pt x="1633203" y="7588250"/>
                    <a:pt x="1809175" y="7863839"/>
                    <a:pt x="1871283" y="8056879"/>
                  </a:cubicBezTo>
                  <a:cubicBezTo>
                    <a:pt x="1917288" y="8197850"/>
                    <a:pt x="1946042" y="8319770"/>
                    <a:pt x="1936841" y="8445500"/>
                  </a:cubicBezTo>
                  <a:cubicBezTo>
                    <a:pt x="1928790" y="8569960"/>
                    <a:pt x="1878184" y="8698229"/>
                    <a:pt x="1821827" y="8809989"/>
                  </a:cubicBezTo>
                  <a:cubicBezTo>
                    <a:pt x="1763169" y="8925560"/>
                    <a:pt x="1668858" y="9030970"/>
                    <a:pt x="1590648" y="9127489"/>
                  </a:cubicBezTo>
                  <a:cubicBezTo>
                    <a:pt x="1519339" y="9215120"/>
                    <a:pt x="1443429" y="9282429"/>
                    <a:pt x="1374421" y="9367520"/>
                  </a:cubicBezTo>
                  <a:cubicBezTo>
                    <a:pt x="1301962" y="9456420"/>
                    <a:pt x="1215701" y="9546589"/>
                    <a:pt x="1166245" y="9652000"/>
                  </a:cubicBezTo>
                  <a:cubicBezTo>
                    <a:pt x="1116789" y="9756139"/>
                    <a:pt x="1081134" y="9879329"/>
                    <a:pt x="1075384" y="9996170"/>
                  </a:cubicBezTo>
                  <a:cubicBezTo>
                    <a:pt x="1069633" y="10111739"/>
                    <a:pt x="1089185" y="10245089"/>
                    <a:pt x="1132891" y="10347960"/>
                  </a:cubicBezTo>
                  <a:cubicBezTo>
                    <a:pt x="1174296" y="10449560"/>
                    <a:pt x="1264007" y="10520679"/>
                    <a:pt x="1323815" y="10610850"/>
                  </a:cubicBezTo>
                  <a:cubicBezTo>
                    <a:pt x="1384772" y="10701020"/>
                    <a:pt x="1437679" y="10784839"/>
                    <a:pt x="1494036" y="10887710"/>
                  </a:cubicBezTo>
                  <a:cubicBezTo>
                    <a:pt x="1560744" y="11008360"/>
                    <a:pt x="1644704" y="11159489"/>
                    <a:pt x="1691860" y="11291570"/>
                  </a:cubicBezTo>
                  <a:cubicBezTo>
                    <a:pt x="1732115" y="11405870"/>
                    <a:pt x="1764319" y="11512550"/>
                    <a:pt x="1772370" y="11629389"/>
                  </a:cubicBezTo>
                  <a:cubicBezTo>
                    <a:pt x="1781571" y="11747500"/>
                    <a:pt x="1768920" y="11878310"/>
                    <a:pt x="1737866" y="11995150"/>
                  </a:cubicBezTo>
                  <a:cubicBezTo>
                    <a:pt x="1705662" y="12113260"/>
                    <a:pt x="1642404" y="12223750"/>
                    <a:pt x="1582597" y="12330429"/>
                  </a:cubicBezTo>
                  <a:cubicBezTo>
                    <a:pt x="1521639" y="12439650"/>
                    <a:pt x="1461832" y="12529820"/>
                    <a:pt x="1374421" y="12644120"/>
                  </a:cubicBezTo>
                  <a:cubicBezTo>
                    <a:pt x="1254806" y="12800329"/>
                    <a:pt x="1045480" y="13004800"/>
                    <a:pt x="917814" y="13166089"/>
                  </a:cubicBezTo>
                  <a:cubicBezTo>
                    <a:pt x="816601" y="13294359"/>
                    <a:pt x="690086" y="13399770"/>
                    <a:pt x="660182" y="13525500"/>
                  </a:cubicBezTo>
                  <a:cubicBezTo>
                    <a:pt x="632578" y="13633450"/>
                    <a:pt x="669383" y="13729970"/>
                    <a:pt x="703887" y="13863320"/>
                  </a:cubicBezTo>
                  <a:cubicBezTo>
                    <a:pt x="757944" y="14075409"/>
                    <a:pt x="902862" y="14414500"/>
                    <a:pt x="1016726" y="14655800"/>
                  </a:cubicBezTo>
                  <a:cubicBezTo>
                    <a:pt x="1119089" y="14871700"/>
                    <a:pt x="1295061" y="15144750"/>
                    <a:pt x="1345667" y="15248889"/>
                  </a:cubicBezTo>
                  <a:cubicBezTo>
                    <a:pt x="1362919" y="15284450"/>
                    <a:pt x="1368670" y="15297150"/>
                    <a:pt x="1376721" y="15323820"/>
                  </a:cubicBezTo>
                  <a:cubicBezTo>
                    <a:pt x="1383622" y="15349220"/>
                    <a:pt x="1388223" y="15377159"/>
                    <a:pt x="1390523" y="15403830"/>
                  </a:cubicBezTo>
                  <a:cubicBezTo>
                    <a:pt x="1391673" y="15430500"/>
                    <a:pt x="1390523" y="15458439"/>
                    <a:pt x="1385922" y="15485109"/>
                  </a:cubicBezTo>
                  <a:cubicBezTo>
                    <a:pt x="1381322" y="15511780"/>
                    <a:pt x="1374421" y="15539720"/>
                    <a:pt x="1364070" y="15563850"/>
                  </a:cubicBezTo>
                  <a:cubicBezTo>
                    <a:pt x="1353718" y="15589250"/>
                    <a:pt x="1341067" y="15613380"/>
                    <a:pt x="1326115" y="15634970"/>
                  </a:cubicBezTo>
                  <a:cubicBezTo>
                    <a:pt x="1311163" y="15655289"/>
                    <a:pt x="1292761" y="15675609"/>
                    <a:pt x="1274358" y="15692120"/>
                  </a:cubicBezTo>
                  <a:cubicBezTo>
                    <a:pt x="1254806" y="15709900"/>
                    <a:pt x="1232953" y="15723870"/>
                    <a:pt x="1209950" y="15735300"/>
                  </a:cubicBezTo>
                  <a:cubicBezTo>
                    <a:pt x="1188098" y="15746730"/>
                    <a:pt x="1163945" y="15755620"/>
                    <a:pt x="1139792" y="15760700"/>
                  </a:cubicBezTo>
                  <a:cubicBezTo>
                    <a:pt x="1115639" y="15764509"/>
                    <a:pt x="1090335" y="15767050"/>
                    <a:pt x="1066182" y="15765780"/>
                  </a:cubicBezTo>
                  <a:cubicBezTo>
                    <a:pt x="1040879" y="15764509"/>
                    <a:pt x="1015576" y="15759430"/>
                    <a:pt x="992573" y="15750539"/>
                  </a:cubicBezTo>
                  <a:cubicBezTo>
                    <a:pt x="969570" y="15742920"/>
                    <a:pt x="945417" y="15731489"/>
                    <a:pt x="924715" y="15717520"/>
                  </a:cubicBezTo>
                  <a:cubicBezTo>
                    <a:pt x="904012" y="15703550"/>
                    <a:pt x="883310" y="15687039"/>
                    <a:pt x="866057" y="15667989"/>
                  </a:cubicBezTo>
                  <a:cubicBezTo>
                    <a:pt x="848805" y="15648939"/>
                    <a:pt x="820052" y="15603220"/>
                    <a:pt x="820052" y="15603220"/>
                  </a:cubicBezTo>
                </a:path>
              </a:pathLst>
            </a:custGeom>
            <a:solidFill>
              <a:srgbClr val="002E3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293967" y="-174026"/>
            <a:ext cx="15700066" cy="1814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23"/>
              </a:lnSpc>
            </a:pPr>
            <a:r>
              <a:rPr lang="en-US" sz="9945" b="1" dirty="0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Demonstration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102734-DD78-1727-8A11-71150EC69268}"/>
              </a:ext>
            </a:extLst>
          </p:cNvPr>
          <p:cNvSpPr txBox="1"/>
          <p:nvPr/>
        </p:nvSpPr>
        <p:spPr>
          <a:xfrm>
            <a:off x="5716266" y="4762526"/>
            <a:ext cx="68554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Video uploaded separately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CBA7D-6F0E-376E-0E02-A07F8DC56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1D6CFDA-9F1C-2E5A-C061-D40A88F946E2}"/>
              </a:ext>
            </a:extLst>
          </p:cNvPr>
          <p:cNvSpPr/>
          <p:nvPr/>
        </p:nvSpPr>
        <p:spPr>
          <a:xfrm>
            <a:off x="2438400" y="2933700"/>
            <a:ext cx="7772400" cy="670636"/>
          </a:xfrm>
          <a:prstGeom prst="rect">
            <a:avLst/>
          </a:prstGeom>
          <a:solidFill>
            <a:srgbClr val="002E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DB98BDD-CFB9-5941-A3F2-EACB4B71FAB3}"/>
              </a:ext>
            </a:extLst>
          </p:cNvPr>
          <p:cNvSpPr/>
          <p:nvPr/>
        </p:nvSpPr>
        <p:spPr>
          <a:xfrm>
            <a:off x="2438400" y="7854874"/>
            <a:ext cx="7772400" cy="670636"/>
          </a:xfrm>
          <a:prstGeom prst="rect">
            <a:avLst/>
          </a:prstGeom>
          <a:solidFill>
            <a:srgbClr val="002E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F63D045F-77DB-6747-E774-7C9A90BCE220}"/>
              </a:ext>
            </a:extLst>
          </p:cNvPr>
          <p:cNvSpPr/>
          <p:nvPr/>
        </p:nvSpPr>
        <p:spPr>
          <a:xfrm>
            <a:off x="1524000" y="1980324"/>
            <a:ext cx="9601200" cy="7620000"/>
          </a:xfrm>
          <a:custGeom>
            <a:avLst/>
            <a:gdLst/>
            <a:ahLst/>
            <a:cxnLst/>
            <a:rect l="l" t="t" r="r" b="b"/>
            <a:pathLst>
              <a:path w="13874796" h="9968567">
                <a:moveTo>
                  <a:pt x="0" y="0"/>
                </a:moveTo>
                <a:lnTo>
                  <a:pt x="13874796" y="0"/>
                </a:lnTo>
                <a:lnTo>
                  <a:pt x="13874796" y="9968567"/>
                </a:lnTo>
                <a:lnTo>
                  <a:pt x="0" y="9968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18" r="-6424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10" name="Рисунок 9" descr="Изображение выглядит как черный, темнот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C34C8E1-CB9D-0632-79B1-89BAD97415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6600" y="4959387"/>
            <a:ext cx="1661874" cy="1661874"/>
          </a:xfrm>
          <a:prstGeom prst="rect">
            <a:avLst/>
          </a:prstGeom>
        </p:spPr>
      </p:pic>
      <p:grpSp>
        <p:nvGrpSpPr>
          <p:cNvPr id="11" name="Group 5">
            <a:extLst>
              <a:ext uri="{FF2B5EF4-FFF2-40B4-BE49-F238E27FC236}">
                <a16:creationId xmlns:a16="http://schemas.microsoft.com/office/drawing/2014/main" id="{D8B0D4CA-8A13-AB2C-BDB4-C3296F5971CE}"/>
              </a:ext>
            </a:extLst>
          </p:cNvPr>
          <p:cNvGrpSpPr/>
          <p:nvPr/>
        </p:nvGrpSpPr>
        <p:grpSpPr>
          <a:xfrm rot="13341840">
            <a:off x="15828501" y="3004185"/>
            <a:ext cx="1870996" cy="11898630"/>
            <a:chOff x="0" y="0"/>
            <a:chExt cx="2494661" cy="15864840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8ACB378-6E90-358E-0AF1-9537D657DB15}"/>
                </a:ext>
              </a:extLst>
            </p:cNvPr>
            <p:cNvSpPr/>
            <p:nvPr/>
          </p:nvSpPr>
          <p:spPr>
            <a:xfrm>
              <a:off x="44856" y="46991"/>
              <a:ext cx="2408400" cy="15767050"/>
            </a:xfrm>
            <a:custGeom>
              <a:avLst/>
              <a:gdLst/>
              <a:ahLst/>
              <a:cxnLst/>
              <a:rect l="l" t="t" r="r" b="b"/>
              <a:pathLst>
                <a:path w="2408400" h="15767050">
                  <a:moveTo>
                    <a:pt x="820052" y="15603220"/>
                  </a:moveTo>
                  <a:cubicBezTo>
                    <a:pt x="377247" y="14794230"/>
                    <a:pt x="259932" y="14508480"/>
                    <a:pt x="182872" y="14314170"/>
                  </a:cubicBezTo>
                  <a:cubicBezTo>
                    <a:pt x="129966" y="14180820"/>
                    <a:pt x="89711" y="14086839"/>
                    <a:pt x="58657" y="13971270"/>
                  </a:cubicBezTo>
                  <a:cubicBezTo>
                    <a:pt x="29903" y="13858239"/>
                    <a:pt x="3450" y="13742670"/>
                    <a:pt x="1150" y="13627100"/>
                  </a:cubicBezTo>
                  <a:cubicBezTo>
                    <a:pt x="0" y="13511530"/>
                    <a:pt x="10351" y="13399770"/>
                    <a:pt x="51756" y="13276580"/>
                  </a:cubicBezTo>
                  <a:cubicBezTo>
                    <a:pt x="105813" y="13116559"/>
                    <a:pt x="223127" y="12932410"/>
                    <a:pt x="340442" y="12767310"/>
                  </a:cubicBezTo>
                  <a:cubicBezTo>
                    <a:pt x="471558" y="12583160"/>
                    <a:pt x="693536" y="12383770"/>
                    <a:pt x="813151" y="12231370"/>
                  </a:cubicBezTo>
                  <a:cubicBezTo>
                    <a:pt x="895961" y="12125960"/>
                    <a:pt x="962669" y="12054839"/>
                    <a:pt x="1006375" y="11953239"/>
                  </a:cubicBezTo>
                  <a:cubicBezTo>
                    <a:pt x="1048930" y="11854179"/>
                    <a:pt x="1089185" y="11736070"/>
                    <a:pt x="1077684" y="11631929"/>
                  </a:cubicBezTo>
                  <a:cubicBezTo>
                    <a:pt x="1067333" y="11523979"/>
                    <a:pt x="990273" y="11421110"/>
                    <a:pt x="935066" y="11318239"/>
                  </a:cubicBezTo>
                  <a:cubicBezTo>
                    <a:pt x="876409" y="11212829"/>
                    <a:pt x="802800" y="11107420"/>
                    <a:pt x="733791" y="11005820"/>
                  </a:cubicBezTo>
                  <a:cubicBezTo>
                    <a:pt x="665933" y="10906760"/>
                    <a:pt x="581972" y="10824210"/>
                    <a:pt x="524465" y="10716260"/>
                  </a:cubicBezTo>
                  <a:cubicBezTo>
                    <a:pt x="464657" y="10601960"/>
                    <a:pt x="410601" y="10460989"/>
                    <a:pt x="387598" y="10336529"/>
                  </a:cubicBezTo>
                  <a:cubicBezTo>
                    <a:pt x="366895" y="10222229"/>
                    <a:pt x="373796" y="10116820"/>
                    <a:pt x="380697" y="9998710"/>
                  </a:cubicBezTo>
                  <a:cubicBezTo>
                    <a:pt x="388748" y="9865360"/>
                    <a:pt x="400249" y="9710420"/>
                    <a:pt x="437054" y="9577070"/>
                  </a:cubicBezTo>
                  <a:cubicBezTo>
                    <a:pt x="472708" y="9447529"/>
                    <a:pt x="534816" y="9319260"/>
                    <a:pt x="595774" y="9207500"/>
                  </a:cubicBezTo>
                  <a:cubicBezTo>
                    <a:pt x="652131" y="9107170"/>
                    <a:pt x="706188" y="9039860"/>
                    <a:pt x="784397" y="8934450"/>
                  </a:cubicBezTo>
                  <a:cubicBezTo>
                    <a:pt x="899412" y="8782050"/>
                    <a:pt x="1211100" y="8585200"/>
                    <a:pt x="1231803" y="8387079"/>
                  </a:cubicBezTo>
                  <a:cubicBezTo>
                    <a:pt x="1252506" y="8192770"/>
                    <a:pt x="1000624" y="7938770"/>
                    <a:pt x="916664" y="7758429"/>
                  </a:cubicBezTo>
                  <a:cubicBezTo>
                    <a:pt x="855706" y="7625079"/>
                    <a:pt x="810851" y="7522210"/>
                    <a:pt x="769445" y="7405370"/>
                  </a:cubicBezTo>
                  <a:cubicBezTo>
                    <a:pt x="730341" y="7296150"/>
                    <a:pt x="694686" y="7192010"/>
                    <a:pt x="672833" y="7080250"/>
                  </a:cubicBezTo>
                  <a:cubicBezTo>
                    <a:pt x="650981" y="6964679"/>
                    <a:pt x="634879" y="6846570"/>
                    <a:pt x="638329" y="6722110"/>
                  </a:cubicBezTo>
                  <a:cubicBezTo>
                    <a:pt x="642930" y="6584950"/>
                    <a:pt x="660182" y="6422390"/>
                    <a:pt x="705037" y="6292850"/>
                  </a:cubicBezTo>
                  <a:cubicBezTo>
                    <a:pt x="747593" y="6168390"/>
                    <a:pt x="826953" y="6064250"/>
                    <a:pt x="894811" y="5955029"/>
                  </a:cubicBezTo>
                  <a:cubicBezTo>
                    <a:pt x="960369" y="5849620"/>
                    <a:pt x="1030528" y="5746750"/>
                    <a:pt x="1105287" y="5647690"/>
                  </a:cubicBezTo>
                  <a:cubicBezTo>
                    <a:pt x="1181197" y="5548629"/>
                    <a:pt x="1275508" y="5455920"/>
                    <a:pt x="1349118" y="5360670"/>
                  </a:cubicBezTo>
                  <a:cubicBezTo>
                    <a:pt x="1418126" y="5271770"/>
                    <a:pt x="1530840" y="5193029"/>
                    <a:pt x="1536591" y="5096510"/>
                  </a:cubicBezTo>
                  <a:cubicBezTo>
                    <a:pt x="1541192" y="4989829"/>
                    <a:pt x="1412376" y="4859020"/>
                    <a:pt x="1342217" y="4745990"/>
                  </a:cubicBezTo>
                  <a:cubicBezTo>
                    <a:pt x="1270908" y="4632960"/>
                    <a:pt x="1177746" y="4531360"/>
                    <a:pt x="1112188" y="4420870"/>
                  </a:cubicBezTo>
                  <a:cubicBezTo>
                    <a:pt x="1050080" y="4316729"/>
                    <a:pt x="1000624" y="4218940"/>
                    <a:pt x="956919" y="4102100"/>
                  </a:cubicBezTo>
                  <a:cubicBezTo>
                    <a:pt x="907463" y="3971290"/>
                    <a:pt x="856856" y="3808729"/>
                    <a:pt x="839604" y="3670300"/>
                  </a:cubicBezTo>
                  <a:cubicBezTo>
                    <a:pt x="824652" y="3548379"/>
                    <a:pt x="830403" y="3434079"/>
                    <a:pt x="843055" y="3318510"/>
                  </a:cubicBezTo>
                  <a:cubicBezTo>
                    <a:pt x="856856" y="3205479"/>
                    <a:pt x="874108" y="3091180"/>
                    <a:pt x="916664" y="2985770"/>
                  </a:cubicBezTo>
                  <a:cubicBezTo>
                    <a:pt x="962670" y="2874010"/>
                    <a:pt x="1045480" y="2773680"/>
                    <a:pt x="1115639" y="2669540"/>
                  </a:cubicBezTo>
                  <a:cubicBezTo>
                    <a:pt x="1188098" y="2562860"/>
                    <a:pt x="1275508" y="2466340"/>
                    <a:pt x="1344517" y="2352040"/>
                  </a:cubicBezTo>
                  <a:cubicBezTo>
                    <a:pt x="1415826" y="2233930"/>
                    <a:pt x="1484835" y="2101850"/>
                    <a:pt x="1535441" y="1972310"/>
                  </a:cubicBezTo>
                  <a:cubicBezTo>
                    <a:pt x="1582597" y="1845310"/>
                    <a:pt x="1610200" y="1713230"/>
                    <a:pt x="1640104" y="1583690"/>
                  </a:cubicBezTo>
                  <a:cubicBezTo>
                    <a:pt x="1671158" y="1454150"/>
                    <a:pt x="1707962" y="1322070"/>
                    <a:pt x="1720614" y="1193800"/>
                  </a:cubicBezTo>
                  <a:cubicBezTo>
                    <a:pt x="1732115" y="1073150"/>
                    <a:pt x="1726365" y="955040"/>
                    <a:pt x="1714863" y="834390"/>
                  </a:cubicBezTo>
                  <a:cubicBezTo>
                    <a:pt x="1702212" y="707390"/>
                    <a:pt x="1652755" y="543560"/>
                    <a:pt x="1642404" y="450850"/>
                  </a:cubicBezTo>
                  <a:cubicBezTo>
                    <a:pt x="1636654" y="400050"/>
                    <a:pt x="1633203" y="369570"/>
                    <a:pt x="1637804" y="330200"/>
                  </a:cubicBezTo>
                  <a:cubicBezTo>
                    <a:pt x="1642404" y="290830"/>
                    <a:pt x="1653906" y="250190"/>
                    <a:pt x="1668858" y="214630"/>
                  </a:cubicBezTo>
                  <a:cubicBezTo>
                    <a:pt x="1684960" y="177800"/>
                    <a:pt x="1706812" y="143510"/>
                    <a:pt x="1732115" y="115570"/>
                  </a:cubicBezTo>
                  <a:cubicBezTo>
                    <a:pt x="1757418" y="86360"/>
                    <a:pt x="1788472" y="60960"/>
                    <a:pt x="1820676" y="43180"/>
                  </a:cubicBezTo>
                  <a:cubicBezTo>
                    <a:pt x="1852880" y="25400"/>
                    <a:pt x="1889685" y="12700"/>
                    <a:pt x="1925339" y="6350"/>
                  </a:cubicBezTo>
                  <a:cubicBezTo>
                    <a:pt x="1960994" y="0"/>
                    <a:pt x="1998949" y="1270"/>
                    <a:pt x="2034603" y="8890"/>
                  </a:cubicBezTo>
                  <a:cubicBezTo>
                    <a:pt x="2070258" y="15240"/>
                    <a:pt x="2105912" y="29210"/>
                    <a:pt x="2138116" y="49530"/>
                  </a:cubicBezTo>
                  <a:cubicBezTo>
                    <a:pt x="2169170" y="68580"/>
                    <a:pt x="2200224" y="93980"/>
                    <a:pt x="2224377" y="123190"/>
                  </a:cubicBezTo>
                  <a:cubicBezTo>
                    <a:pt x="2248530" y="153670"/>
                    <a:pt x="2269232" y="189230"/>
                    <a:pt x="2284184" y="224790"/>
                  </a:cubicBezTo>
                  <a:cubicBezTo>
                    <a:pt x="2299136" y="261620"/>
                    <a:pt x="2308337" y="302260"/>
                    <a:pt x="2311788" y="342900"/>
                  </a:cubicBezTo>
                  <a:cubicBezTo>
                    <a:pt x="2315238" y="382270"/>
                    <a:pt x="2312938" y="424180"/>
                    <a:pt x="2304887" y="463550"/>
                  </a:cubicBezTo>
                  <a:cubicBezTo>
                    <a:pt x="2295686" y="501650"/>
                    <a:pt x="2280734" y="541020"/>
                    <a:pt x="2262331" y="575310"/>
                  </a:cubicBezTo>
                  <a:cubicBezTo>
                    <a:pt x="2242779" y="608330"/>
                    <a:pt x="2217476" y="640080"/>
                    <a:pt x="2189872" y="665480"/>
                  </a:cubicBezTo>
                  <a:cubicBezTo>
                    <a:pt x="2162269" y="690880"/>
                    <a:pt x="2128915" y="712470"/>
                    <a:pt x="2094411" y="726440"/>
                  </a:cubicBezTo>
                  <a:cubicBezTo>
                    <a:pt x="2061056" y="740410"/>
                    <a:pt x="2023101" y="749300"/>
                    <a:pt x="1987447" y="750570"/>
                  </a:cubicBezTo>
                  <a:cubicBezTo>
                    <a:pt x="1951793" y="751840"/>
                    <a:pt x="1912688" y="746760"/>
                    <a:pt x="1878184" y="735330"/>
                  </a:cubicBezTo>
                  <a:cubicBezTo>
                    <a:pt x="1843679" y="723900"/>
                    <a:pt x="1809175" y="706120"/>
                    <a:pt x="1779271" y="683260"/>
                  </a:cubicBezTo>
                  <a:cubicBezTo>
                    <a:pt x="1750518" y="660400"/>
                    <a:pt x="1722914" y="629920"/>
                    <a:pt x="1701061" y="598170"/>
                  </a:cubicBezTo>
                  <a:cubicBezTo>
                    <a:pt x="1680359" y="566420"/>
                    <a:pt x="1661957" y="528320"/>
                    <a:pt x="1651605" y="490220"/>
                  </a:cubicBezTo>
                  <a:cubicBezTo>
                    <a:pt x="1640104" y="452120"/>
                    <a:pt x="1635503" y="410210"/>
                    <a:pt x="1635503" y="370840"/>
                  </a:cubicBezTo>
                  <a:cubicBezTo>
                    <a:pt x="1636654" y="330200"/>
                    <a:pt x="1642404" y="289560"/>
                    <a:pt x="1655056" y="251460"/>
                  </a:cubicBezTo>
                  <a:cubicBezTo>
                    <a:pt x="1666557" y="213360"/>
                    <a:pt x="1686110" y="176530"/>
                    <a:pt x="1707962" y="144780"/>
                  </a:cubicBezTo>
                  <a:cubicBezTo>
                    <a:pt x="1729815" y="114300"/>
                    <a:pt x="1758569" y="85090"/>
                    <a:pt x="1788472" y="63500"/>
                  </a:cubicBezTo>
                  <a:cubicBezTo>
                    <a:pt x="1819526" y="41910"/>
                    <a:pt x="1854031" y="24130"/>
                    <a:pt x="1889685" y="13970"/>
                  </a:cubicBezTo>
                  <a:cubicBezTo>
                    <a:pt x="1924189" y="5080"/>
                    <a:pt x="1962144" y="0"/>
                    <a:pt x="1997798" y="3810"/>
                  </a:cubicBezTo>
                  <a:cubicBezTo>
                    <a:pt x="2034603" y="6350"/>
                    <a:pt x="2071408" y="16510"/>
                    <a:pt x="2104762" y="31750"/>
                  </a:cubicBezTo>
                  <a:cubicBezTo>
                    <a:pt x="2138116" y="46990"/>
                    <a:pt x="2171470" y="68580"/>
                    <a:pt x="2197924" y="95250"/>
                  </a:cubicBezTo>
                  <a:cubicBezTo>
                    <a:pt x="2225527" y="121920"/>
                    <a:pt x="2249680" y="154940"/>
                    <a:pt x="2268082" y="189230"/>
                  </a:cubicBezTo>
                  <a:cubicBezTo>
                    <a:pt x="2285334" y="223520"/>
                    <a:pt x="2294536" y="255270"/>
                    <a:pt x="2307187" y="302260"/>
                  </a:cubicBezTo>
                  <a:cubicBezTo>
                    <a:pt x="2324439" y="372110"/>
                    <a:pt x="2340541" y="473710"/>
                    <a:pt x="2355493" y="571500"/>
                  </a:cubicBezTo>
                  <a:cubicBezTo>
                    <a:pt x="2372745" y="684530"/>
                    <a:pt x="2399198" y="815340"/>
                    <a:pt x="2403799" y="942340"/>
                  </a:cubicBezTo>
                  <a:cubicBezTo>
                    <a:pt x="2408400" y="1073150"/>
                    <a:pt x="2396898" y="1209040"/>
                    <a:pt x="2380796" y="1346200"/>
                  </a:cubicBezTo>
                  <a:cubicBezTo>
                    <a:pt x="2362394" y="1488440"/>
                    <a:pt x="2330190" y="1629410"/>
                    <a:pt x="2295686" y="1780540"/>
                  </a:cubicBezTo>
                  <a:cubicBezTo>
                    <a:pt x="2257731" y="1945640"/>
                    <a:pt x="2219776" y="2127250"/>
                    <a:pt x="2157668" y="2296160"/>
                  </a:cubicBezTo>
                  <a:cubicBezTo>
                    <a:pt x="2092110" y="2471420"/>
                    <a:pt x="1992048" y="2669540"/>
                    <a:pt x="1910388" y="2810510"/>
                  </a:cubicBezTo>
                  <a:cubicBezTo>
                    <a:pt x="1847130" y="2918460"/>
                    <a:pt x="1780421" y="2980690"/>
                    <a:pt x="1722914" y="3082290"/>
                  </a:cubicBezTo>
                  <a:cubicBezTo>
                    <a:pt x="1656206" y="3197860"/>
                    <a:pt x="1554993" y="3343910"/>
                    <a:pt x="1541192" y="3470910"/>
                  </a:cubicBezTo>
                  <a:cubicBezTo>
                    <a:pt x="1528540" y="3585210"/>
                    <a:pt x="1572245" y="3703320"/>
                    <a:pt x="1611350" y="3808729"/>
                  </a:cubicBezTo>
                  <a:cubicBezTo>
                    <a:pt x="1650455" y="3911600"/>
                    <a:pt x="1716013" y="4001770"/>
                    <a:pt x="1774671" y="4094479"/>
                  </a:cubicBezTo>
                  <a:cubicBezTo>
                    <a:pt x="1834478" y="4189729"/>
                    <a:pt x="1906937" y="4269740"/>
                    <a:pt x="1969045" y="4370070"/>
                  </a:cubicBezTo>
                  <a:cubicBezTo>
                    <a:pt x="2038053" y="4480560"/>
                    <a:pt x="2124314" y="4602479"/>
                    <a:pt x="2168020" y="4732020"/>
                  </a:cubicBezTo>
                  <a:cubicBezTo>
                    <a:pt x="2211725" y="4860290"/>
                    <a:pt x="2239329" y="5006340"/>
                    <a:pt x="2230127" y="5143500"/>
                  </a:cubicBezTo>
                  <a:cubicBezTo>
                    <a:pt x="2220926" y="5287010"/>
                    <a:pt x="2165720" y="5453379"/>
                    <a:pt x="2104762" y="5576570"/>
                  </a:cubicBezTo>
                  <a:cubicBezTo>
                    <a:pt x="2049555" y="5688329"/>
                    <a:pt x="1965594" y="5772150"/>
                    <a:pt x="1894286" y="5863590"/>
                  </a:cubicBezTo>
                  <a:cubicBezTo>
                    <a:pt x="1825277" y="5951220"/>
                    <a:pt x="1750518" y="6027420"/>
                    <a:pt x="1682659" y="6115050"/>
                  </a:cubicBezTo>
                  <a:cubicBezTo>
                    <a:pt x="1613651" y="6203950"/>
                    <a:pt x="1538891" y="6287770"/>
                    <a:pt x="1484835" y="6391910"/>
                  </a:cubicBezTo>
                  <a:cubicBezTo>
                    <a:pt x="1426177" y="6503670"/>
                    <a:pt x="1356019" y="6643370"/>
                    <a:pt x="1347968" y="6766560"/>
                  </a:cubicBezTo>
                  <a:cubicBezTo>
                    <a:pt x="1339917" y="6879589"/>
                    <a:pt x="1387072" y="6993889"/>
                    <a:pt x="1421577" y="7101839"/>
                  </a:cubicBezTo>
                  <a:cubicBezTo>
                    <a:pt x="1454931" y="7209789"/>
                    <a:pt x="1496336" y="7291070"/>
                    <a:pt x="1551543" y="7411720"/>
                  </a:cubicBezTo>
                  <a:cubicBezTo>
                    <a:pt x="1633203" y="7588250"/>
                    <a:pt x="1809175" y="7863839"/>
                    <a:pt x="1871283" y="8056879"/>
                  </a:cubicBezTo>
                  <a:cubicBezTo>
                    <a:pt x="1917288" y="8197850"/>
                    <a:pt x="1946042" y="8319770"/>
                    <a:pt x="1936841" y="8445500"/>
                  </a:cubicBezTo>
                  <a:cubicBezTo>
                    <a:pt x="1928790" y="8569960"/>
                    <a:pt x="1878184" y="8698229"/>
                    <a:pt x="1821827" y="8809989"/>
                  </a:cubicBezTo>
                  <a:cubicBezTo>
                    <a:pt x="1763169" y="8925560"/>
                    <a:pt x="1668858" y="9030970"/>
                    <a:pt x="1590648" y="9127489"/>
                  </a:cubicBezTo>
                  <a:cubicBezTo>
                    <a:pt x="1519339" y="9215120"/>
                    <a:pt x="1443429" y="9282429"/>
                    <a:pt x="1374421" y="9367520"/>
                  </a:cubicBezTo>
                  <a:cubicBezTo>
                    <a:pt x="1301962" y="9456420"/>
                    <a:pt x="1215701" y="9546589"/>
                    <a:pt x="1166245" y="9652000"/>
                  </a:cubicBezTo>
                  <a:cubicBezTo>
                    <a:pt x="1116789" y="9756139"/>
                    <a:pt x="1081134" y="9879329"/>
                    <a:pt x="1075384" y="9996170"/>
                  </a:cubicBezTo>
                  <a:cubicBezTo>
                    <a:pt x="1069633" y="10111739"/>
                    <a:pt x="1089185" y="10245089"/>
                    <a:pt x="1132891" y="10347960"/>
                  </a:cubicBezTo>
                  <a:cubicBezTo>
                    <a:pt x="1174296" y="10449560"/>
                    <a:pt x="1264007" y="10520679"/>
                    <a:pt x="1323815" y="10610850"/>
                  </a:cubicBezTo>
                  <a:cubicBezTo>
                    <a:pt x="1384772" y="10701020"/>
                    <a:pt x="1437679" y="10784839"/>
                    <a:pt x="1494036" y="10887710"/>
                  </a:cubicBezTo>
                  <a:cubicBezTo>
                    <a:pt x="1560744" y="11008360"/>
                    <a:pt x="1644704" y="11159489"/>
                    <a:pt x="1691860" y="11291570"/>
                  </a:cubicBezTo>
                  <a:cubicBezTo>
                    <a:pt x="1732115" y="11405870"/>
                    <a:pt x="1764319" y="11512550"/>
                    <a:pt x="1772370" y="11629389"/>
                  </a:cubicBezTo>
                  <a:cubicBezTo>
                    <a:pt x="1781571" y="11747500"/>
                    <a:pt x="1768920" y="11878310"/>
                    <a:pt x="1737866" y="11995150"/>
                  </a:cubicBezTo>
                  <a:cubicBezTo>
                    <a:pt x="1705662" y="12113260"/>
                    <a:pt x="1642404" y="12223750"/>
                    <a:pt x="1582597" y="12330429"/>
                  </a:cubicBezTo>
                  <a:cubicBezTo>
                    <a:pt x="1521639" y="12439650"/>
                    <a:pt x="1461832" y="12529820"/>
                    <a:pt x="1374421" y="12644120"/>
                  </a:cubicBezTo>
                  <a:cubicBezTo>
                    <a:pt x="1254806" y="12800329"/>
                    <a:pt x="1045480" y="13004800"/>
                    <a:pt x="917814" y="13166089"/>
                  </a:cubicBezTo>
                  <a:cubicBezTo>
                    <a:pt x="816601" y="13294359"/>
                    <a:pt x="690086" y="13399770"/>
                    <a:pt x="660182" y="13525500"/>
                  </a:cubicBezTo>
                  <a:cubicBezTo>
                    <a:pt x="632578" y="13633450"/>
                    <a:pt x="669383" y="13729970"/>
                    <a:pt x="703887" y="13863320"/>
                  </a:cubicBezTo>
                  <a:cubicBezTo>
                    <a:pt x="757944" y="14075409"/>
                    <a:pt x="902862" y="14414500"/>
                    <a:pt x="1016726" y="14655800"/>
                  </a:cubicBezTo>
                  <a:cubicBezTo>
                    <a:pt x="1119089" y="14871700"/>
                    <a:pt x="1295061" y="15144750"/>
                    <a:pt x="1345667" y="15248889"/>
                  </a:cubicBezTo>
                  <a:cubicBezTo>
                    <a:pt x="1362919" y="15284450"/>
                    <a:pt x="1368670" y="15297150"/>
                    <a:pt x="1376721" y="15323820"/>
                  </a:cubicBezTo>
                  <a:cubicBezTo>
                    <a:pt x="1383622" y="15349220"/>
                    <a:pt x="1388223" y="15377159"/>
                    <a:pt x="1390523" y="15403830"/>
                  </a:cubicBezTo>
                  <a:cubicBezTo>
                    <a:pt x="1391673" y="15430500"/>
                    <a:pt x="1390523" y="15458439"/>
                    <a:pt x="1385922" y="15485109"/>
                  </a:cubicBezTo>
                  <a:cubicBezTo>
                    <a:pt x="1381322" y="15511780"/>
                    <a:pt x="1374421" y="15539720"/>
                    <a:pt x="1364070" y="15563850"/>
                  </a:cubicBezTo>
                  <a:cubicBezTo>
                    <a:pt x="1353718" y="15589250"/>
                    <a:pt x="1341067" y="15613380"/>
                    <a:pt x="1326115" y="15634970"/>
                  </a:cubicBezTo>
                  <a:cubicBezTo>
                    <a:pt x="1311163" y="15655289"/>
                    <a:pt x="1292761" y="15675609"/>
                    <a:pt x="1274358" y="15692120"/>
                  </a:cubicBezTo>
                  <a:cubicBezTo>
                    <a:pt x="1254806" y="15709900"/>
                    <a:pt x="1232953" y="15723870"/>
                    <a:pt x="1209950" y="15735300"/>
                  </a:cubicBezTo>
                  <a:cubicBezTo>
                    <a:pt x="1188098" y="15746730"/>
                    <a:pt x="1163945" y="15755620"/>
                    <a:pt x="1139792" y="15760700"/>
                  </a:cubicBezTo>
                  <a:cubicBezTo>
                    <a:pt x="1115639" y="15764509"/>
                    <a:pt x="1090335" y="15767050"/>
                    <a:pt x="1066182" y="15765780"/>
                  </a:cubicBezTo>
                  <a:cubicBezTo>
                    <a:pt x="1040879" y="15764509"/>
                    <a:pt x="1015576" y="15759430"/>
                    <a:pt x="992573" y="15750539"/>
                  </a:cubicBezTo>
                  <a:cubicBezTo>
                    <a:pt x="969570" y="15742920"/>
                    <a:pt x="945417" y="15731489"/>
                    <a:pt x="924715" y="15717520"/>
                  </a:cubicBezTo>
                  <a:cubicBezTo>
                    <a:pt x="904012" y="15703550"/>
                    <a:pt x="883310" y="15687039"/>
                    <a:pt x="866057" y="15667989"/>
                  </a:cubicBezTo>
                  <a:cubicBezTo>
                    <a:pt x="848805" y="15648939"/>
                    <a:pt x="820052" y="15603220"/>
                    <a:pt x="820052" y="15603220"/>
                  </a:cubicBezTo>
                </a:path>
              </a:pathLst>
            </a:custGeom>
            <a:solidFill>
              <a:srgbClr val="002E3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3">
            <a:extLst>
              <a:ext uri="{FF2B5EF4-FFF2-40B4-BE49-F238E27FC236}">
                <a16:creationId xmlns:a16="http://schemas.microsoft.com/office/drawing/2014/main" id="{295DFA89-1A7F-8D4E-E2F5-E517AD436AA9}"/>
              </a:ext>
            </a:extLst>
          </p:cNvPr>
          <p:cNvGrpSpPr/>
          <p:nvPr/>
        </p:nvGrpSpPr>
        <p:grpSpPr>
          <a:xfrm rot="2190851">
            <a:off x="569837" y="-4615815"/>
            <a:ext cx="1870996" cy="11898630"/>
            <a:chOff x="0" y="0"/>
            <a:chExt cx="2494661" cy="15864840"/>
          </a:xfrm>
        </p:grpSpPr>
        <p:sp>
          <p:nvSpPr>
            <p:cNvPr id="14" name="Freeform 4">
              <a:extLst>
                <a:ext uri="{FF2B5EF4-FFF2-40B4-BE49-F238E27FC236}">
                  <a16:creationId xmlns:a16="http://schemas.microsoft.com/office/drawing/2014/main" id="{7183261C-ABF5-F5E7-BD03-0A622E4A09C6}"/>
                </a:ext>
              </a:extLst>
            </p:cNvPr>
            <p:cNvSpPr/>
            <p:nvPr/>
          </p:nvSpPr>
          <p:spPr>
            <a:xfrm>
              <a:off x="44856" y="46991"/>
              <a:ext cx="2408400" cy="15767050"/>
            </a:xfrm>
            <a:custGeom>
              <a:avLst/>
              <a:gdLst/>
              <a:ahLst/>
              <a:cxnLst/>
              <a:rect l="l" t="t" r="r" b="b"/>
              <a:pathLst>
                <a:path w="2408400" h="15767050">
                  <a:moveTo>
                    <a:pt x="820052" y="15603220"/>
                  </a:moveTo>
                  <a:cubicBezTo>
                    <a:pt x="377247" y="14794230"/>
                    <a:pt x="259932" y="14508480"/>
                    <a:pt x="182872" y="14314170"/>
                  </a:cubicBezTo>
                  <a:cubicBezTo>
                    <a:pt x="129966" y="14180820"/>
                    <a:pt x="89711" y="14086839"/>
                    <a:pt x="58657" y="13971270"/>
                  </a:cubicBezTo>
                  <a:cubicBezTo>
                    <a:pt x="29903" y="13858239"/>
                    <a:pt x="3450" y="13742670"/>
                    <a:pt x="1150" y="13627100"/>
                  </a:cubicBezTo>
                  <a:cubicBezTo>
                    <a:pt x="0" y="13511530"/>
                    <a:pt x="10351" y="13399770"/>
                    <a:pt x="51756" y="13276580"/>
                  </a:cubicBezTo>
                  <a:cubicBezTo>
                    <a:pt x="105813" y="13116559"/>
                    <a:pt x="223127" y="12932410"/>
                    <a:pt x="340442" y="12767310"/>
                  </a:cubicBezTo>
                  <a:cubicBezTo>
                    <a:pt x="471558" y="12583160"/>
                    <a:pt x="693536" y="12383770"/>
                    <a:pt x="813151" y="12231370"/>
                  </a:cubicBezTo>
                  <a:cubicBezTo>
                    <a:pt x="895961" y="12125960"/>
                    <a:pt x="962669" y="12054839"/>
                    <a:pt x="1006375" y="11953239"/>
                  </a:cubicBezTo>
                  <a:cubicBezTo>
                    <a:pt x="1048930" y="11854179"/>
                    <a:pt x="1089185" y="11736070"/>
                    <a:pt x="1077684" y="11631929"/>
                  </a:cubicBezTo>
                  <a:cubicBezTo>
                    <a:pt x="1067333" y="11523979"/>
                    <a:pt x="990273" y="11421110"/>
                    <a:pt x="935066" y="11318239"/>
                  </a:cubicBezTo>
                  <a:cubicBezTo>
                    <a:pt x="876409" y="11212829"/>
                    <a:pt x="802800" y="11107420"/>
                    <a:pt x="733791" y="11005820"/>
                  </a:cubicBezTo>
                  <a:cubicBezTo>
                    <a:pt x="665933" y="10906760"/>
                    <a:pt x="581972" y="10824210"/>
                    <a:pt x="524465" y="10716260"/>
                  </a:cubicBezTo>
                  <a:cubicBezTo>
                    <a:pt x="464657" y="10601960"/>
                    <a:pt x="410601" y="10460989"/>
                    <a:pt x="387598" y="10336529"/>
                  </a:cubicBezTo>
                  <a:cubicBezTo>
                    <a:pt x="366895" y="10222229"/>
                    <a:pt x="373796" y="10116820"/>
                    <a:pt x="380697" y="9998710"/>
                  </a:cubicBezTo>
                  <a:cubicBezTo>
                    <a:pt x="388748" y="9865360"/>
                    <a:pt x="400249" y="9710420"/>
                    <a:pt x="437054" y="9577070"/>
                  </a:cubicBezTo>
                  <a:cubicBezTo>
                    <a:pt x="472708" y="9447529"/>
                    <a:pt x="534816" y="9319260"/>
                    <a:pt x="595774" y="9207500"/>
                  </a:cubicBezTo>
                  <a:cubicBezTo>
                    <a:pt x="652131" y="9107170"/>
                    <a:pt x="706188" y="9039860"/>
                    <a:pt x="784397" y="8934450"/>
                  </a:cubicBezTo>
                  <a:cubicBezTo>
                    <a:pt x="899412" y="8782050"/>
                    <a:pt x="1211100" y="8585200"/>
                    <a:pt x="1231803" y="8387079"/>
                  </a:cubicBezTo>
                  <a:cubicBezTo>
                    <a:pt x="1252506" y="8192770"/>
                    <a:pt x="1000624" y="7938770"/>
                    <a:pt x="916664" y="7758429"/>
                  </a:cubicBezTo>
                  <a:cubicBezTo>
                    <a:pt x="855706" y="7625079"/>
                    <a:pt x="810851" y="7522210"/>
                    <a:pt x="769445" y="7405370"/>
                  </a:cubicBezTo>
                  <a:cubicBezTo>
                    <a:pt x="730341" y="7296150"/>
                    <a:pt x="694686" y="7192010"/>
                    <a:pt x="672833" y="7080250"/>
                  </a:cubicBezTo>
                  <a:cubicBezTo>
                    <a:pt x="650981" y="6964679"/>
                    <a:pt x="634879" y="6846570"/>
                    <a:pt x="638329" y="6722110"/>
                  </a:cubicBezTo>
                  <a:cubicBezTo>
                    <a:pt x="642930" y="6584950"/>
                    <a:pt x="660182" y="6422390"/>
                    <a:pt x="705037" y="6292850"/>
                  </a:cubicBezTo>
                  <a:cubicBezTo>
                    <a:pt x="747593" y="6168390"/>
                    <a:pt x="826953" y="6064250"/>
                    <a:pt x="894811" y="5955029"/>
                  </a:cubicBezTo>
                  <a:cubicBezTo>
                    <a:pt x="960369" y="5849620"/>
                    <a:pt x="1030528" y="5746750"/>
                    <a:pt x="1105287" y="5647690"/>
                  </a:cubicBezTo>
                  <a:cubicBezTo>
                    <a:pt x="1181197" y="5548629"/>
                    <a:pt x="1275508" y="5455920"/>
                    <a:pt x="1349118" y="5360670"/>
                  </a:cubicBezTo>
                  <a:cubicBezTo>
                    <a:pt x="1418126" y="5271770"/>
                    <a:pt x="1530840" y="5193029"/>
                    <a:pt x="1536591" y="5096510"/>
                  </a:cubicBezTo>
                  <a:cubicBezTo>
                    <a:pt x="1541192" y="4989829"/>
                    <a:pt x="1412376" y="4859020"/>
                    <a:pt x="1342217" y="4745990"/>
                  </a:cubicBezTo>
                  <a:cubicBezTo>
                    <a:pt x="1270908" y="4632960"/>
                    <a:pt x="1177746" y="4531360"/>
                    <a:pt x="1112188" y="4420870"/>
                  </a:cubicBezTo>
                  <a:cubicBezTo>
                    <a:pt x="1050080" y="4316729"/>
                    <a:pt x="1000624" y="4218940"/>
                    <a:pt x="956919" y="4102100"/>
                  </a:cubicBezTo>
                  <a:cubicBezTo>
                    <a:pt x="907463" y="3971290"/>
                    <a:pt x="856856" y="3808729"/>
                    <a:pt x="839604" y="3670300"/>
                  </a:cubicBezTo>
                  <a:cubicBezTo>
                    <a:pt x="824652" y="3548379"/>
                    <a:pt x="830403" y="3434079"/>
                    <a:pt x="843055" y="3318510"/>
                  </a:cubicBezTo>
                  <a:cubicBezTo>
                    <a:pt x="856856" y="3205479"/>
                    <a:pt x="874108" y="3091180"/>
                    <a:pt x="916664" y="2985770"/>
                  </a:cubicBezTo>
                  <a:cubicBezTo>
                    <a:pt x="962670" y="2874010"/>
                    <a:pt x="1045480" y="2773680"/>
                    <a:pt x="1115639" y="2669540"/>
                  </a:cubicBezTo>
                  <a:cubicBezTo>
                    <a:pt x="1188098" y="2562860"/>
                    <a:pt x="1275508" y="2466340"/>
                    <a:pt x="1344517" y="2352040"/>
                  </a:cubicBezTo>
                  <a:cubicBezTo>
                    <a:pt x="1415826" y="2233930"/>
                    <a:pt x="1484835" y="2101850"/>
                    <a:pt x="1535441" y="1972310"/>
                  </a:cubicBezTo>
                  <a:cubicBezTo>
                    <a:pt x="1582597" y="1845310"/>
                    <a:pt x="1610200" y="1713230"/>
                    <a:pt x="1640104" y="1583690"/>
                  </a:cubicBezTo>
                  <a:cubicBezTo>
                    <a:pt x="1671158" y="1454150"/>
                    <a:pt x="1707962" y="1322070"/>
                    <a:pt x="1720614" y="1193800"/>
                  </a:cubicBezTo>
                  <a:cubicBezTo>
                    <a:pt x="1732115" y="1073150"/>
                    <a:pt x="1726365" y="955040"/>
                    <a:pt x="1714863" y="834390"/>
                  </a:cubicBezTo>
                  <a:cubicBezTo>
                    <a:pt x="1702212" y="707390"/>
                    <a:pt x="1652755" y="543560"/>
                    <a:pt x="1642404" y="450850"/>
                  </a:cubicBezTo>
                  <a:cubicBezTo>
                    <a:pt x="1636654" y="400050"/>
                    <a:pt x="1633203" y="369570"/>
                    <a:pt x="1637804" y="330200"/>
                  </a:cubicBezTo>
                  <a:cubicBezTo>
                    <a:pt x="1642404" y="290830"/>
                    <a:pt x="1653906" y="250190"/>
                    <a:pt x="1668858" y="214630"/>
                  </a:cubicBezTo>
                  <a:cubicBezTo>
                    <a:pt x="1684960" y="177800"/>
                    <a:pt x="1706812" y="143510"/>
                    <a:pt x="1732115" y="115570"/>
                  </a:cubicBezTo>
                  <a:cubicBezTo>
                    <a:pt x="1757418" y="86360"/>
                    <a:pt x="1788472" y="60960"/>
                    <a:pt x="1820676" y="43180"/>
                  </a:cubicBezTo>
                  <a:cubicBezTo>
                    <a:pt x="1852880" y="25400"/>
                    <a:pt x="1889685" y="12700"/>
                    <a:pt x="1925339" y="6350"/>
                  </a:cubicBezTo>
                  <a:cubicBezTo>
                    <a:pt x="1960994" y="0"/>
                    <a:pt x="1998949" y="1270"/>
                    <a:pt x="2034603" y="8890"/>
                  </a:cubicBezTo>
                  <a:cubicBezTo>
                    <a:pt x="2070258" y="15240"/>
                    <a:pt x="2105912" y="29210"/>
                    <a:pt x="2138116" y="49530"/>
                  </a:cubicBezTo>
                  <a:cubicBezTo>
                    <a:pt x="2169170" y="68580"/>
                    <a:pt x="2200224" y="93980"/>
                    <a:pt x="2224377" y="123190"/>
                  </a:cubicBezTo>
                  <a:cubicBezTo>
                    <a:pt x="2248530" y="153670"/>
                    <a:pt x="2269232" y="189230"/>
                    <a:pt x="2284184" y="224790"/>
                  </a:cubicBezTo>
                  <a:cubicBezTo>
                    <a:pt x="2299136" y="261620"/>
                    <a:pt x="2308337" y="302260"/>
                    <a:pt x="2311788" y="342900"/>
                  </a:cubicBezTo>
                  <a:cubicBezTo>
                    <a:pt x="2315238" y="382270"/>
                    <a:pt x="2312938" y="424180"/>
                    <a:pt x="2304887" y="463550"/>
                  </a:cubicBezTo>
                  <a:cubicBezTo>
                    <a:pt x="2295686" y="501650"/>
                    <a:pt x="2280734" y="541020"/>
                    <a:pt x="2262331" y="575310"/>
                  </a:cubicBezTo>
                  <a:cubicBezTo>
                    <a:pt x="2242779" y="608330"/>
                    <a:pt x="2217476" y="640080"/>
                    <a:pt x="2189872" y="665480"/>
                  </a:cubicBezTo>
                  <a:cubicBezTo>
                    <a:pt x="2162269" y="690880"/>
                    <a:pt x="2128915" y="712470"/>
                    <a:pt x="2094411" y="726440"/>
                  </a:cubicBezTo>
                  <a:cubicBezTo>
                    <a:pt x="2061056" y="740410"/>
                    <a:pt x="2023101" y="749300"/>
                    <a:pt x="1987447" y="750570"/>
                  </a:cubicBezTo>
                  <a:cubicBezTo>
                    <a:pt x="1951793" y="751840"/>
                    <a:pt x="1912688" y="746760"/>
                    <a:pt x="1878184" y="735330"/>
                  </a:cubicBezTo>
                  <a:cubicBezTo>
                    <a:pt x="1843679" y="723900"/>
                    <a:pt x="1809175" y="706120"/>
                    <a:pt x="1779271" y="683260"/>
                  </a:cubicBezTo>
                  <a:cubicBezTo>
                    <a:pt x="1750518" y="660400"/>
                    <a:pt x="1722914" y="629920"/>
                    <a:pt x="1701061" y="598170"/>
                  </a:cubicBezTo>
                  <a:cubicBezTo>
                    <a:pt x="1680359" y="566420"/>
                    <a:pt x="1661957" y="528320"/>
                    <a:pt x="1651605" y="490220"/>
                  </a:cubicBezTo>
                  <a:cubicBezTo>
                    <a:pt x="1640104" y="452120"/>
                    <a:pt x="1635503" y="410210"/>
                    <a:pt x="1635503" y="370840"/>
                  </a:cubicBezTo>
                  <a:cubicBezTo>
                    <a:pt x="1636654" y="330200"/>
                    <a:pt x="1642404" y="289560"/>
                    <a:pt x="1655056" y="251460"/>
                  </a:cubicBezTo>
                  <a:cubicBezTo>
                    <a:pt x="1666557" y="213360"/>
                    <a:pt x="1686110" y="176530"/>
                    <a:pt x="1707962" y="144780"/>
                  </a:cubicBezTo>
                  <a:cubicBezTo>
                    <a:pt x="1729815" y="114300"/>
                    <a:pt x="1758569" y="85090"/>
                    <a:pt x="1788472" y="63500"/>
                  </a:cubicBezTo>
                  <a:cubicBezTo>
                    <a:pt x="1819526" y="41910"/>
                    <a:pt x="1854031" y="24130"/>
                    <a:pt x="1889685" y="13970"/>
                  </a:cubicBezTo>
                  <a:cubicBezTo>
                    <a:pt x="1924189" y="5080"/>
                    <a:pt x="1962144" y="0"/>
                    <a:pt x="1997798" y="3810"/>
                  </a:cubicBezTo>
                  <a:cubicBezTo>
                    <a:pt x="2034603" y="6350"/>
                    <a:pt x="2071408" y="16510"/>
                    <a:pt x="2104762" y="31750"/>
                  </a:cubicBezTo>
                  <a:cubicBezTo>
                    <a:pt x="2138116" y="46990"/>
                    <a:pt x="2171470" y="68580"/>
                    <a:pt x="2197924" y="95250"/>
                  </a:cubicBezTo>
                  <a:cubicBezTo>
                    <a:pt x="2225527" y="121920"/>
                    <a:pt x="2249680" y="154940"/>
                    <a:pt x="2268082" y="189230"/>
                  </a:cubicBezTo>
                  <a:cubicBezTo>
                    <a:pt x="2285334" y="223520"/>
                    <a:pt x="2294536" y="255270"/>
                    <a:pt x="2307187" y="302260"/>
                  </a:cubicBezTo>
                  <a:cubicBezTo>
                    <a:pt x="2324439" y="372110"/>
                    <a:pt x="2340541" y="473710"/>
                    <a:pt x="2355493" y="571500"/>
                  </a:cubicBezTo>
                  <a:cubicBezTo>
                    <a:pt x="2372745" y="684530"/>
                    <a:pt x="2399198" y="815340"/>
                    <a:pt x="2403799" y="942340"/>
                  </a:cubicBezTo>
                  <a:cubicBezTo>
                    <a:pt x="2408400" y="1073150"/>
                    <a:pt x="2396898" y="1209040"/>
                    <a:pt x="2380796" y="1346200"/>
                  </a:cubicBezTo>
                  <a:cubicBezTo>
                    <a:pt x="2362394" y="1488440"/>
                    <a:pt x="2330190" y="1629410"/>
                    <a:pt x="2295686" y="1780540"/>
                  </a:cubicBezTo>
                  <a:cubicBezTo>
                    <a:pt x="2257731" y="1945640"/>
                    <a:pt x="2219776" y="2127250"/>
                    <a:pt x="2157668" y="2296160"/>
                  </a:cubicBezTo>
                  <a:cubicBezTo>
                    <a:pt x="2092110" y="2471420"/>
                    <a:pt x="1992048" y="2669540"/>
                    <a:pt x="1910388" y="2810510"/>
                  </a:cubicBezTo>
                  <a:cubicBezTo>
                    <a:pt x="1847130" y="2918460"/>
                    <a:pt x="1780421" y="2980690"/>
                    <a:pt x="1722914" y="3082290"/>
                  </a:cubicBezTo>
                  <a:cubicBezTo>
                    <a:pt x="1656206" y="3197860"/>
                    <a:pt x="1554993" y="3343910"/>
                    <a:pt x="1541192" y="3470910"/>
                  </a:cubicBezTo>
                  <a:cubicBezTo>
                    <a:pt x="1528540" y="3585210"/>
                    <a:pt x="1572245" y="3703320"/>
                    <a:pt x="1611350" y="3808729"/>
                  </a:cubicBezTo>
                  <a:cubicBezTo>
                    <a:pt x="1650455" y="3911600"/>
                    <a:pt x="1716013" y="4001770"/>
                    <a:pt x="1774671" y="4094479"/>
                  </a:cubicBezTo>
                  <a:cubicBezTo>
                    <a:pt x="1834478" y="4189729"/>
                    <a:pt x="1906937" y="4269740"/>
                    <a:pt x="1969045" y="4370070"/>
                  </a:cubicBezTo>
                  <a:cubicBezTo>
                    <a:pt x="2038053" y="4480560"/>
                    <a:pt x="2124314" y="4602479"/>
                    <a:pt x="2168020" y="4732020"/>
                  </a:cubicBezTo>
                  <a:cubicBezTo>
                    <a:pt x="2211725" y="4860290"/>
                    <a:pt x="2239329" y="5006340"/>
                    <a:pt x="2230127" y="5143500"/>
                  </a:cubicBezTo>
                  <a:cubicBezTo>
                    <a:pt x="2220926" y="5287010"/>
                    <a:pt x="2165720" y="5453379"/>
                    <a:pt x="2104762" y="5576570"/>
                  </a:cubicBezTo>
                  <a:cubicBezTo>
                    <a:pt x="2049555" y="5688329"/>
                    <a:pt x="1965594" y="5772150"/>
                    <a:pt x="1894286" y="5863590"/>
                  </a:cubicBezTo>
                  <a:cubicBezTo>
                    <a:pt x="1825277" y="5951220"/>
                    <a:pt x="1750518" y="6027420"/>
                    <a:pt x="1682659" y="6115050"/>
                  </a:cubicBezTo>
                  <a:cubicBezTo>
                    <a:pt x="1613651" y="6203950"/>
                    <a:pt x="1538891" y="6287770"/>
                    <a:pt x="1484835" y="6391910"/>
                  </a:cubicBezTo>
                  <a:cubicBezTo>
                    <a:pt x="1426177" y="6503670"/>
                    <a:pt x="1356019" y="6643370"/>
                    <a:pt x="1347968" y="6766560"/>
                  </a:cubicBezTo>
                  <a:cubicBezTo>
                    <a:pt x="1339917" y="6879589"/>
                    <a:pt x="1387072" y="6993889"/>
                    <a:pt x="1421577" y="7101839"/>
                  </a:cubicBezTo>
                  <a:cubicBezTo>
                    <a:pt x="1454931" y="7209789"/>
                    <a:pt x="1496336" y="7291070"/>
                    <a:pt x="1551543" y="7411720"/>
                  </a:cubicBezTo>
                  <a:cubicBezTo>
                    <a:pt x="1633203" y="7588250"/>
                    <a:pt x="1809175" y="7863839"/>
                    <a:pt x="1871283" y="8056879"/>
                  </a:cubicBezTo>
                  <a:cubicBezTo>
                    <a:pt x="1917288" y="8197850"/>
                    <a:pt x="1946042" y="8319770"/>
                    <a:pt x="1936841" y="8445500"/>
                  </a:cubicBezTo>
                  <a:cubicBezTo>
                    <a:pt x="1928790" y="8569960"/>
                    <a:pt x="1878184" y="8698229"/>
                    <a:pt x="1821827" y="8809989"/>
                  </a:cubicBezTo>
                  <a:cubicBezTo>
                    <a:pt x="1763169" y="8925560"/>
                    <a:pt x="1668858" y="9030970"/>
                    <a:pt x="1590648" y="9127489"/>
                  </a:cubicBezTo>
                  <a:cubicBezTo>
                    <a:pt x="1519339" y="9215120"/>
                    <a:pt x="1443429" y="9282429"/>
                    <a:pt x="1374421" y="9367520"/>
                  </a:cubicBezTo>
                  <a:cubicBezTo>
                    <a:pt x="1301962" y="9456420"/>
                    <a:pt x="1215701" y="9546589"/>
                    <a:pt x="1166245" y="9652000"/>
                  </a:cubicBezTo>
                  <a:cubicBezTo>
                    <a:pt x="1116789" y="9756139"/>
                    <a:pt x="1081134" y="9879329"/>
                    <a:pt x="1075384" y="9996170"/>
                  </a:cubicBezTo>
                  <a:cubicBezTo>
                    <a:pt x="1069633" y="10111739"/>
                    <a:pt x="1089185" y="10245089"/>
                    <a:pt x="1132891" y="10347960"/>
                  </a:cubicBezTo>
                  <a:cubicBezTo>
                    <a:pt x="1174296" y="10449560"/>
                    <a:pt x="1264007" y="10520679"/>
                    <a:pt x="1323815" y="10610850"/>
                  </a:cubicBezTo>
                  <a:cubicBezTo>
                    <a:pt x="1384772" y="10701020"/>
                    <a:pt x="1437679" y="10784839"/>
                    <a:pt x="1494036" y="10887710"/>
                  </a:cubicBezTo>
                  <a:cubicBezTo>
                    <a:pt x="1560744" y="11008360"/>
                    <a:pt x="1644704" y="11159489"/>
                    <a:pt x="1691860" y="11291570"/>
                  </a:cubicBezTo>
                  <a:cubicBezTo>
                    <a:pt x="1732115" y="11405870"/>
                    <a:pt x="1764319" y="11512550"/>
                    <a:pt x="1772370" y="11629389"/>
                  </a:cubicBezTo>
                  <a:cubicBezTo>
                    <a:pt x="1781571" y="11747500"/>
                    <a:pt x="1768920" y="11878310"/>
                    <a:pt x="1737866" y="11995150"/>
                  </a:cubicBezTo>
                  <a:cubicBezTo>
                    <a:pt x="1705662" y="12113260"/>
                    <a:pt x="1642404" y="12223750"/>
                    <a:pt x="1582597" y="12330429"/>
                  </a:cubicBezTo>
                  <a:cubicBezTo>
                    <a:pt x="1521639" y="12439650"/>
                    <a:pt x="1461832" y="12529820"/>
                    <a:pt x="1374421" y="12644120"/>
                  </a:cubicBezTo>
                  <a:cubicBezTo>
                    <a:pt x="1254806" y="12800329"/>
                    <a:pt x="1045480" y="13004800"/>
                    <a:pt x="917814" y="13166089"/>
                  </a:cubicBezTo>
                  <a:cubicBezTo>
                    <a:pt x="816601" y="13294359"/>
                    <a:pt x="690086" y="13399770"/>
                    <a:pt x="660182" y="13525500"/>
                  </a:cubicBezTo>
                  <a:cubicBezTo>
                    <a:pt x="632578" y="13633450"/>
                    <a:pt x="669383" y="13729970"/>
                    <a:pt x="703887" y="13863320"/>
                  </a:cubicBezTo>
                  <a:cubicBezTo>
                    <a:pt x="757944" y="14075409"/>
                    <a:pt x="902862" y="14414500"/>
                    <a:pt x="1016726" y="14655800"/>
                  </a:cubicBezTo>
                  <a:cubicBezTo>
                    <a:pt x="1119089" y="14871700"/>
                    <a:pt x="1295061" y="15144750"/>
                    <a:pt x="1345667" y="15248889"/>
                  </a:cubicBezTo>
                  <a:cubicBezTo>
                    <a:pt x="1362919" y="15284450"/>
                    <a:pt x="1368670" y="15297150"/>
                    <a:pt x="1376721" y="15323820"/>
                  </a:cubicBezTo>
                  <a:cubicBezTo>
                    <a:pt x="1383622" y="15349220"/>
                    <a:pt x="1388223" y="15377159"/>
                    <a:pt x="1390523" y="15403830"/>
                  </a:cubicBezTo>
                  <a:cubicBezTo>
                    <a:pt x="1391673" y="15430500"/>
                    <a:pt x="1390523" y="15458439"/>
                    <a:pt x="1385922" y="15485109"/>
                  </a:cubicBezTo>
                  <a:cubicBezTo>
                    <a:pt x="1381322" y="15511780"/>
                    <a:pt x="1374421" y="15539720"/>
                    <a:pt x="1364070" y="15563850"/>
                  </a:cubicBezTo>
                  <a:cubicBezTo>
                    <a:pt x="1353718" y="15589250"/>
                    <a:pt x="1341067" y="15613380"/>
                    <a:pt x="1326115" y="15634970"/>
                  </a:cubicBezTo>
                  <a:cubicBezTo>
                    <a:pt x="1311163" y="15655289"/>
                    <a:pt x="1292761" y="15675609"/>
                    <a:pt x="1274358" y="15692120"/>
                  </a:cubicBezTo>
                  <a:cubicBezTo>
                    <a:pt x="1254806" y="15709900"/>
                    <a:pt x="1232953" y="15723870"/>
                    <a:pt x="1209950" y="15735300"/>
                  </a:cubicBezTo>
                  <a:cubicBezTo>
                    <a:pt x="1188098" y="15746730"/>
                    <a:pt x="1163945" y="15755620"/>
                    <a:pt x="1139792" y="15760700"/>
                  </a:cubicBezTo>
                  <a:cubicBezTo>
                    <a:pt x="1115639" y="15764509"/>
                    <a:pt x="1090335" y="15767050"/>
                    <a:pt x="1066182" y="15765780"/>
                  </a:cubicBezTo>
                  <a:cubicBezTo>
                    <a:pt x="1040879" y="15764509"/>
                    <a:pt x="1015576" y="15759430"/>
                    <a:pt x="992573" y="15750539"/>
                  </a:cubicBezTo>
                  <a:cubicBezTo>
                    <a:pt x="969570" y="15742920"/>
                    <a:pt x="945417" y="15731489"/>
                    <a:pt x="924715" y="15717520"/>
                  </a:cubicBezTo>
                  <a:cubicBezTo>
                    <a:pt x="904012" y="15703550"/>
                    <a:pt x="883310" y="15687039"/>
                    <a:pt x="866057" y="15667989"/>
                  </a:cubicBezTo>
                  <a:cubicBezTo>
                    <a:pt x="848805" y="15648939"/>
                    <a:pt x="820052" y="15603220"/>
                    <a:pt x="820052" y="15603220"/>
                  </a:cubicBezTo>
                </a:path>
              </a:pathLst>
            </a:custGeom>
            <a:solidFill>
              <a:srgbClr val="FFBB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5BB7EC2-414D-3359-2E56-BC75C50B589A}"/>
              </a:ext>
            </a:extLst>
          </p:cNvPr>
          <p:cNvSpPr txBox="1"/>
          <p:nvPr/>
        </p:nvSpPr>
        <p:spPr>
          <a:xfrm>
            <a:off x="5109901" y="566114"/>
            <a:ext cx="80681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1A1A1A"/>
                </a:solidFill>
                <a:latin typeface="Telegraf Heavy"/>
                <a:sym typeface="Telegraf Heavy"/>
              </a:rPr>
              <a:t>Want to Log In?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6B89F5-C512-111E-DC6B-39229CD01792}"/>
              </a:ext>
            </a:extLst>
          </p:cNvPr>
          <p:cNvSpPr txBox="1"/>
          <p:nvPr/>
        </p:nvSpPr>
        <p:spPr>
          <a:xfrm>
            <a:off x="27432000" y="-80118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Рисунок 4" descr="Изображение выглядит как текст, снимок экрана, программное обеспечение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69E1067-83FE-6208-9850-5467CB383B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3604336"/>
            <a:ext cx="7772400" cy="4371975"/>
          </a:xfrm>
          <a:prstGeom prst="rect">
            <a:avLst/>
          </a:prstGeom>
        </p:spPr>
      </p:pic>
      <p:pic>
        <p:nvPicPr>
          <p:cNvPr id="15" name="Рисунок 14" descr="Изображение выглядит как Мобильный телефон, текст, гаджет, Портативное устройство связ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D6B4439-7E8E-61C2-1420-61F0BF3C55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0" y="3267871"/>
            <a:ext cx="2431998" cy="4655155"/>
          </a:xfrm>
          <a:prstGeom prst="rect">
            <a:avLst/>
          </a:prstGeom>
        </p:spPr>
      </p:pic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1916142D-646C-44E8-75D1-9E17E8CDB456}"/>
              </a:ext>
            </a:extLst>
          </p:cNvPr>
          <p:cNvSpPr/>
          <p:nvPr/>
        </p:nvSpPr>
        <p:spPr>
          <a:xfrm>
            <a:off x="13463683" y="4271049"/>
            <a:ext cx="1418416" cy="839932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D07090C8-150B-B9BF-C218-FB2C5039AC1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654417" y="4549126"/>
            <a:ext cx="1051554" cy="88119"/>
          </a:xfrm>
          <a:prstGeom prst="rect">
            <a:avLst/>
          </a:prstGeom>
        </p:spPr>
      </p:pic>
      <p:pic>
        <p:nvPicPr>
          <p:cNvPr id="18" name="Рисунок 17" descr="Изображение выглядит как Шрифт, Графика, графический дизайн, бел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715913D-4A7E-A351-F15B-EC84E6389E5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13720343" y="4691015"/>
            <a:ext cx="887929" cy="121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338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6F219-D9AD-D343-C0BD-B4A34BE52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FF21331-C044-4AF5-F0E6-AEA93E4D1EDB}"/>
              </a:ext>
            </a:extLst>
          </p:cNvPr>
          <p:cNvSpPr/>
          <p:nvPr/>
        </p:nvSpPr>
        <p:spPr>
          <a:xfrm>
            <a:off x="2438400" y="2933700"/>
            <a:ext cx="7772400" cy="670636"/>
          </a:xfrm>
          <a:prstGeom prst="rect">
            <a:avLst/>
          </a:prstGeom>
          <a:solidFill>
            <a:srgbClr val="002E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82AA05D-73A5-6CCD-4B3A-1EFF27ADEFA0}"/>
              </a:ext>
            </a:extLst>
          </p:cNvPr>
          <p:cNvSpPr/>
          <p:nvPr/>
        </p:nvSpPr>
        <p:spPr>
          <a:xfrm>
            <a:off x="2438400" y="7854874"/>
            <a:ext cx="7772400" cy="670636"/>
          </a:xfrm>
          <a:prstGeom prst="rect">
            <a:avLst/>
          </a:prstGeom>
          <a:solidFill>
            <a:srgbClr val="002E3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D3F67A4F-3910-7EA5-BEBB-8CE1F05B072A}"/>
              </a:ext>
            </a:extLst>
          </p:cNvPr>
          <p:cNvSpPr/>
          <p:nvPr/>
        </p:nvSpPr>
        <p:spPr>
          <a:xfrm>
            <a:off x="1524000" y="1980324"/>
            <a:ext cx="9601200" cy="7620000"/>
          </a:xfrm>
          <a:custGeom>
            <a:avLst/>
            <a:gdLst/>
            <a:ahLst/>
            <a:cxnLst/>
            <a:rect l="l" t="t" r="r" b="b"/>
            <a:pathLst>
              <a:path w="13874796" h="9968567">
                <a:moveTo>
                  <a:pt x="0" y="0"/>
                </a:moveTo>
                <a:lnTo>
                  <a:pt x="13874796" y="0"/>
                </a:lnTo>
                <a:lnTo>
                  <a:pt x="13874796" y="9968567"/>
                </a:lnTo>
                <a:lnTo>
                  <a:pt x="0" y="9968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18" r="-6424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6" name="Рисунок 5" descr="Изображение выглядит как текст, снимок экрана, программное обеспечение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8DFFB9B-278E-BFBC-264A-BC374C54C5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3604336"/>
            <a:ext cx="7772400" cy="4371975"/>
          </a:xfrm>
          <a:prstGeom prst="rect">
            <a:avLst/>
          </a:prstGeom>
        </p:spPr>
      </p:pic>
      <p:pic>
        <p:nvPicPr>
          <p:cNvPr id="10" name="Рисунок 9" descr="Изображение выглядит как черный, темнот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C4A6BEE-1DB7-8CE6-4011-5DC2F831A6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401" y="4032327"/>
            <a:ext cx="1230135" cy="1230135"/>
          </a:xfrm>
          <a:prstGeom prst="rect">
            <a:avLst/>
          </a:prstGeom>
        </p:spPr>
      </p:pic>
      <p:grpSp>
        <p:nvGrpSpPr>
          <p:cNvPr id="11" name="Group 5">
            <a:extLst>
              <a:ext uri="{FF2B5EF4-FFF2-40B4-BE49-F238E27FC236}">
                <a16:creationId xmlns:a16="http://schemas.microsoft.com/office/drawing/2014/main" id="{410CC1FF-8121-6D40-3D16-609FD7342F0F}"/>
              </a:ext>
            </a:extLst>
          </p:cNvPr>
          <p:cNvGrpSpPr/>
          <p:nvPr/>
        </p:nvGrpSpPr>
        <p:grpSpPr>
          <a:xfrm rot="13341840">
            <a:off x="15828501" y="3004185"/>
            <a:ext cx="1870996" cy="11898630"/>
            <a:chOff x="0" y="0"/>
            <a:chExt cx="2494661" cy="15864840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93AC928-72AA-9546-755D-53E34CFB0C73}"/>
                </a:ext>
              </a:extLst>
            </p:cNvPr>
            <p:cNvSpPr/>
            <p:nvPr/>
          </p:nvSpPr>
          <p:spPr>
            <a:xfrm>
              <a:off x="44856" y="46991"/>
              <a:ext cx="2408400" cy="15767050"/>
            </a:xfrm>
            <a:custGeom>
              <a:avLst/>
              <a:gdLst/>
              <a:ahLst/>
              <a:cxnLst/>
              <a:rect l="l" t="t" r="r" b="b"/>
              <a:pathLst>
                <a:path w="2408400" h="15767050">
                  <a:moveTo>
                    <a:pt x="820052" y="15603220"/>
                  </a:moveTo>
                  <a:cubicBezTo>
                    <a:pt x="377247" y="14794230"/>
                    <a:pt x="259932" y="14508480"/>
                    <a:pt x="182872" y="14314170"/>
                  </a:cubicBezTo>
                  <a:cubicBezTo>
                    <a:pt x="129966" y="14180820"/>
                    <a:pt x="89711" y="14086839"/>
                    <a:pt x="58657" y="13971270"/>
                  </a:cubicBezTo>
                  <a:cubicBezTo>
                    <a:pt x="29903" y="13858239"/>
                    <a:pt x="3450" y="13742670"/>
                    <a:pt x="1150" y="13627100"/>
                  </a:cubicBezTo>
                  <a:cubicBezTo>
                    <a:pt x="0" y="13511530"/>
                    <a:pt x="10351" y="13399770"/>
                    <a:pt x="51756" y="13276580"/>
                  </a:cubicBezTo>
                  <a:cubicBezTo>
                    <a:pt x="105813" y="13116559"/>
                    <a:pt x="223127" y="12932410"/>
                    <a:pt x="340442" y="12767310"/>
                  </a:cubicBezTo>
                  <a:cubicBezTo>
                    <a:pt x="471558" y="12583160"/>
                    <a:pt x="693536" y="12383770"/>
                    <a:pt x="813151" y="12231370"/>
                  </a:cubicBezTo>
                  <a:cubicBezTo>
                    <a:pt x="895961" y="12125960"/>
                    <a:pt x="962669" y="12054839"/>
                    <a:pt x="1006375" y="11953239"/>
                  </a:cubicBezTo>
                  <a:cubicBezTo>
                    <a:pt x="1048930" y="11854179"/>
                    <a:pt x="1089185" y="11736070"/>
                    <a:pt x="1077684" y="11631929"/>
                  </a:cubicBezTo>
                  <a:cubicBezTo>
                    <a:pt x="1067333" y="11523979"/>
                    <a:pt x="990273" y="11421110"/>
                    <a:pt x="935066" y="11318239"/>
                  </a:cubicBezTo>
                  <a:cubicBezTo>
                    <a:pt x="876409" y="11212829"/>
                    <a:pt x="802800" y="11107420"/>
                    <a:pt x="733791" y="11005820"/>
                  </a:cubicBezTo>
                  <a:cubicBezTo>
                    <a:pt x="665933" y="10906760"/>
                    <a:pt x="581972" y="10824210"/>
                    <a:pt x="524465" y="10716260"/>
                  </a:cubicBezTo>
                  <a:cubicBezTo>
                    <a:pt x="464657" y="10601960"/>
                    <a:pt x="410601" y="10460989"/>
                    <a:pt x="387598" y="10336529"/>
                  </a:cubicBezTo>
                  <a:cubicBezTo>
                    <a:pt x="366895" y="10222229"/>
                    <a:pt x="373796" y="10116820"/>
                    <a:pt x="380697" y="9998710"/>
                  </a:cubicBezTo>
                  <a:cubicBezTo>
                    <a:pt x="388748" y="9865360"/>
                    <a:pt x="400249" y="9710420"/>
                    <a:pt x="437054" y="9577070"/>
                  </a:cubicBezTo>
                  <a:cubicBezTo>
                    <a:pt x="472708" y="9447529"/>
                    <a:pt x="534816" y="9319260"/>
                    <a:pt x="595774" y="9207500"/>
                  </a:cubicBezTo>
                  <a:cubicBezTo>
                    <a:pt x="652131" y="9107170"/>
                    <a:pt x="706188" y="9039860"/>
                    <a:pt x="784397" y="8934450"/>
                  </a:cubicBezTo>
                  <a:cubicBezTo>
                    <a:pt x="899412" y="8782050"/>
                    <a:pt x="1211100" y="8585200"/>
                    <a:pt x="1231803" y="8387079"/>
                  </a:cubicBezTo>
                  <a:cubicBezTo>
                    <a:pt x="1252506" y="8192770"/>
                    <a:pt x="1000624" y="7938770"/>
                    <a:pt x="916664" y="7758429"/>
                  </a:cubicBezTo>
                  <a:cubicBezTo>
                    <a:pt x="855706" y="7625079"/>
                    <a:pt x="810851" y="7522210"/>
                    <a:pt x="769445" y="7405370"/>
                  </a:cubicBezTo>
                  <a:cubicBezTo>
                    <a:pt x="730341" y="7296150"/>
                    <a:pt x="694686" y="7192010"/>
                    <a:pt x="672833" y="7080250"/>
                  </a:cubicBezTo>
                  <a:cubicBezTo>
                    <a:pt x="650981" y="6964679"/>
                    <a:pt x="634879" y="6846570"/>
                    <a:pt x="638329" y="6722110"/>
                  </a:cubicBezTo>
                  <a:cubicBezTo>
                    <a:pt x="642930" y="6584950"/>
                    <a:pt x="660182" y="6422390"/>
                    <a:pt x="705037" y="6292850"/>
                  </a:cubicBezTo>
                  <a:cubicBezTo>
                    <a:pt x="747593" y="6168390"/>
                    <a:pt x="826953" y="6064250"/>
                    <a:pt x="894811" y="5955029"/>
                  </a:cubicBezTo>
                  <a:cubicBezTo>
                    <a:pt x="960369" y="5849620"/>
                    <a:pt x="1030528" y="5746750"/>
                    <a:pt x="1105287" y="5647690"/>
                  </a:cubicBezTo>
                  <a:cubicBezTo>
                    <a:pt x="1181197" y="5548629"/>
                    <a:pt x="1275508" y="5455920"/>
                    <a:pt x="1349118" y="5360670"/>
                  </a:cubicBezTo>
                  <a:cubicBezTo>
                    <a:pt x="1418126" y="5271770"/>
                    <a:pt x="1530840" y="5193029"/>
                    <a:pt x="1536591" y="5096510"/>
                  </a:cubicBezTo>
                  <a:cubicBezTo>
                    <a:pt x="1541192" y="4989829"/>
                    <a:pt x="1412376" y="4859020"/>
                    <a:pt x="1342217" y="4745990"/>
                  </a:cubicBezTo>
                  <a:cubicBezTo>
                    <a:pt x="1270908" y="4632960"/>
                    <a:pt x="1177746" y="4531360"/>
                    <a:pt x="1112188" y="4420870"/>
                  </a:cubicBezTo>
                  <a:cubicBezTo>
                    <a:pt x="1050080" y="4316729"/>
                    <a:pt x="1000624" y="4218940"/>
                    <a:pt x="956919" y="4102100"/>
                  </a:cubicBezTo>
                  <a:cubicBezTo>
                    <a:pt x="907463" y="3971290"/>
                    <a:pt x="856856" y="3808729"/>
                    <a:pt x="839604" y="3670300"/>
                  </a:cubicBezTo>
                  <a:cubicBezTo>
                    <a:pt x="824652" y="3548379"/>
                    <a:pt x="830403" y="3434079"/>
                    <a:pt x="843055" y="3318510"/>
                  </a:cubicBezTo>
                  <a:cubicBezTo>
                    <a:pt x="856856" y="3205479"/>
                    <a:pt x="874108" y="3091180"/>
                    <a:pt x="916664" y="2985770"/>
                  </a:cubicBezTo>
                  <a:cubicBezTo>
                    <a:pt x="962670" y="2874010"/>
                    <a:pt x="1045480" y="2773680"/>
                    <a:pt x="1115639" y="2669540"/>
                  </a:cubicBezTo>
                  <a:cubicBezTo>
                    <a:pt x="1188098" y="2562860"/>
                    <a:pt x="1275508" y="2466340"/>
                    <a:pt x="1344517" y="2352040"/>
                  </a:cubicBezTo>
                  <a:cubicBezTo>
                    <a:pt x="1415826" y="2233930"/>
                    <a:pt x="1484835" y="2101850"/>
                    <a:pt x="1535441" y="1972310"/>
                  </a:cubicBezTo>
                  <a:cubicBezTo>
                    <a:pt x="1582597" y="1845310"/>
                    <a:pt x="1610200" y="1713230"/>
                    <a:pt x="1640104" y="1583690"/>
                  </a:cubicBezTo>
                  <a:cubicBezTo>
                    <a:pt x="1671158" y="1454150"/>
                    <a:pt x="1707962" y="1322070"/>
                    <a:pt x="1720614" y="1193800"/>
                  </a:cubicBezTo>
                  <a:cubicBezTo>
                    <a:pt x="1732115" y="1073150"/>
                    <a:pt x="1726365" y="955040"/>
                    <a:pt x="1714863" y="834390"/>
                  </a:cubicBezTo>
                  <a:cubicBezTo>
                    <a:pt x="1702212" y="707390"/>
                    <a:pt x="1652755" y="543560"/>
                    <a:pt x="1642404" y="450850"/>
                  </a:cubicBezTo>
                  <a:cubicBezTo>
                    <a:pt x="1636654" y="400050"/>
                    <a:pt x="1633203" y="369570"/>
                    <a:pt x="1637804" y="330200"/>
                  </a:cubicBezTo>
                  <a:cubicBezTo>
                    <a:pt x="1642404" y="290830"/>
                    <a:pt x="1653906" y="250190"/>
                    <a:pt x="1668858" y="214630"/>
                  </a:cubicBezTo>
                  <a:cubicBezTo>
                    <a:pt x="1684960" y="177800"/>
                    <a:pt x="1706812" y="143510"/>
                    <a:pt x="1732115" y="115570"/>
                  </a:cubicBezTo>
                  <a:cubicBezTo>
                    <a:pt x="1757418" y="86360"/>
                    <a:pt x="1788472" y="60960"/>
                    <a:pt x="1820676" y="43180"/>
                  </a:cubicBezTo>
                  <a:cubicBezTo>
                    <a:pt x="1852880" y="25400"/>
                    <a:pt x="1889685" y="12700"/>
                    <a:pt x="1925339" y="6350"/>
                  </a:cubicBezTo>
                  <a:cubicBezTo>
                    <a:pt x="1960994" y="0"/>
                    <a:pt x="1998949" y="1270"/>
                    <a:pt x="2034603" y="8890"/>
                  </a:cubicBezTo>
                  <a:cubicBezTo>
                    <a:pt x="2070258" y="15240"/>
                    <a:pt x="2105912" y="29210"/>
                    <a:pt x="2138116" y="49530"/>
                  </a:cubicBezTo>
                  <a:cubicBezTo>
                    <a:pt x="2169170" y="68580"/>
                    <a:pt x="2200224" y="93980"/>
                    <a:pt x="2224377" y="123190"/>
                  </a:cubicBezTo>
                  <a:cubicBezTo>
                    <a:pt x="2248530" y="153670"/>
                    <a:pt x="2269232" y="189230"/>
                    <a:pt x="2284184" y="224790"/>
                  </a:cubicBezTo>
                  <a:cubicBezTo>
                    <a:pt x="2299136" y="261620"/>
                    <a:pt x="2308337" y="302260"/>
                    <a:pt x="2311788" y="342900"/>
                  </a:cubicBezTo>
                  <a:cubicBezTo>
                    <a:pt x="2315238" y="382270"/>
                    <a:pt x="2312938" y="424180"/>
                    <a:pt x="2304887" y="463550"/>
                  </a:cubicBezTo>
                  <a:cubicBezTo>
                    <a:pt x="2295686" y="501650"/>
                    <a:pt x="2280734" y="541020"/>
                    <a:pt x="2262331" y="575310"/>
                  </a:cubicBezTo>
                  <a:cubicBezTo>
                    <a:pt x="2242779" y="608330"/>
                    <a:pt x="2217476" y="640080"/>
                    <a:pt x="2189872" y="665480"/>
                  </a:cubicBezTo>
                  <a:cubicBezTo>
                    <a:pt x="2162269" y="690880"/>
                    <a:pt x="2128915" y="712470"/>
                    <a:pt x="2094411" y="726440"/>
                  </a:cubicBezTo>
                  <a:cubicBezTo>
                    <a:pt x="2061056" y="740410"/>
                    <a:pt x="2023101" y="749300"/>
                    <a:pt x="1987447" y="750570"/>
                  </a:cubicBezTo>
                  <a:cubicBezTo>
                    <a:pt x="1951793" y="751840"/>
                    <a:pt x="1912688" y="746760"/>
                    <a:pt x="1878184" y="735330"/>
                  </a:cubicBezTo>
                  <a:cubicBezTo>
                    <a:pt x="1843679" y="723900"/>
                    <a:pt x="1809175" y="706120"/>
                    <a:pt x="1779271" y="683260"/>
                  </a:cubicBezTo>
                  <a:cubicBezTo>
                    <a:pt x="1750518" y="660400"/>
                    <a:pt x="1722914" y="629920"/>
                    <a:pt x="1701061" y="598170"/>
                  </a:cubicBezTo>
                  <a:cubicBezTo>
                    <a:pt x="1680359" y="566420"/>
                    <a:pt x="1661957" y="528320"/>
                    <a:pt x="1651605" y="490220"/>
                  </a:cubicBezTo>
                  <a:cubicBezTo>
                    <a:pt x="1640104" y="452120"/>
                    <a:pt x="1635503" y="410210"/>
                    <a:pt x="1635503" y="370840"/>
                  </a:cubicBezTo>
                  <a:cubicBezTo>
                    <a:pt x="1636654" y="330200"/>
                    <a:pt x="1642404" y="289560"/>
                    <a:pt x="1655056" y="251460"/>
                  </a:cubicBezTo>
                  <a:cubicBezTo>
                    <a:pt x="1666557" y="213360"/>
                    <a:pt x="1686110" y="176530"/>
                    <a:pt x="1707962" y="144780"/>
                  </a:cubicBezTo>
                  <a:cubicBezTo>
                    <a:pt x="1729815" y="114300"/>
                    <a:pt x="1758569" y="85090"/>
                    <a:pt x="1788472" y="63500"/>
                  </a:cubicBezTo>
                  <a:cubicBezTo>
                    <a:pt x="1819526" y="41910"/>
                    <a:pt x="1854031" y="24130"/>
                    <a:pt x="1889685" y="13970"/>
                  </a:cubicBezTo>
                  <a:cubicBezTo>
                    <a:pt x="1924189" y="5080"/>
                    <a:pt x="1962144" y="0"/>
                    <a:pt x="1997798" y="3810"/>
                  </a:cubicBezTo>
                  <a:cubicBezTo>
                    <a:pt x="2034603" y="6350"/>
                    <a:pt x="2071408" y="16510"/>
                    <a:pt x="2104762" y="31750"/>
                  </a:cubicBezTo>
                  <a:cubicBezTo>
                    <a:pt x="2138116" y="46990"/>
                    <a:pt x="2171470" y="68580"/>
                    <a:pt x="2197924" y="95250"/>
                  </a:cubicBezTo>
                  <a:cubicBezTo>
                    <a:pt x="2225527" y="121920"/>
                    <a:pt x="2249680" y="154940"/>
                    <a:pt x="2268082" y="189230"/>
                  </a:cubicBezTo>
                  <a:cubicBezTo>
                    <a:pt x="2285334" y="223520"/>
                    <a:pt x="2294536" y="255270"/>
                    <a:pt x="2307187" y="302260"/>
                  </a:cubicBezTo>
                  <a:cubicBezTo>
                    <a:pt x="2324439" y="372110"/>
                    <a:pt x="2340541" y="473710"/>
                    <a:pt x="2355493" y="571500"/>
                  </a:cubicBezTo>
                  <a:cubicBezTo>
                    <a:pt x="2372745" y="684530"/>
                    <a:pt x="2399198" y="815340"/>
                    <a:pt x="2403799" y="942340"/>
                  </a:cubicBezTo>
                  <a:cubicBezTo>
                    <a:pt x="2408400" y="1073150"/>
                    <a:pt x="2396898" y="1209040"/>
                    <a:pt x="2380796" y="1346200"/>
                  </a:cubicBezTo>
                  <a:cubicBezTo>
                    <a:pt x="2362394" y="1488440"/>
                    <a:pt x="2330190" y="1629410"/>
                    <a:pt x="2295686" y="1780540"/>
                  </a:cubicBezTo>
                  <a:cubicBezTo>
                    <a:pt x="2257731" y="1945640"/>
                    <a:pt x="2219776" y="2127250"/>
                    <a:pt x="2157668" y="2296160"/>
                  </a:cubicBezTo>
                  <a:cubicBezTo>
                    <a:pt x="2092110" y="2471420"/>
                    <a:pt x="1992048" y="2669540"/>
                    <a:pt x="1910388" y="2810510"/>
                  </a:cubicBezTo>
                  <a:cubicBezTo>
                    <a:pt x="1847130" y="2918460"/>
                    <a:pt x="1780421" y="2980690"/>
                    <a:pt x="1722914" y="3082290"/>
                  </a:cubicBezTo>
                  <a:cubicBezTo>
                    <a:pt x="1656206" y="3197860"/>
                    <a:pt x="1554993" y="3343910"/>
                    <a:pt x="1541192" y="3470910"/>
                  </a:cubicBezTo>
                  <a:cubicBezTo>
                    <a:pt x="1528540" y="3585210"/>
                    <a:pt x="1572245" y="3703320"/>
                    <a:pt x="1611350" y="3808729"/>
                  </a:cubicBezTo>
                  <a:cubicBezTo>
                    <a:pt x="1650455" y="3911600"/>
                    <a:pt x="1716013" y="4001770"/>
                    <a:pt x="1774671" y="4094479"/>
                  </a:cubicBezTo>
                  <a:cubicBezTo>
                    <a:pt x="1834478" y="4189729"/>
                    <a:pt x="1906937" y="4269740"/>
                    <a:pt x="1969045" y="4370070"/>
                  </a:cubicBezTo>
                  <a:cubicBezTo>
                    <a:pt x="2038053" y="4480560"/>
                    <a:pt x="2124314" y="4602479"/>
                    <a:pt x="2168020" y="4732020"/>
                  </a:cubicBezTo>
                  <a:cubicBezTo>
                    <a:pt x="2211725" y="4860290"/>
                    <a:pt x="2239329" y="5006340"/>
                    <a:pt x="2230127" y="5143500"/>
                  </a:cubicBezTo>
                  <a:cubicBezTo>
                    <a:pt x="2220926" y="5287010"/>
                    <a:pt x="2165720" y="5453379"/>
                    <a:pt x="2104762" y="5576570"/>
                  </a:cubicBezTo>
                  <a:cubicBezTo>
                    <a:pt x="2049555" y="5688329"/>
                    <a:pt x="1965594" y="5772150"/>
                    <a:pt x="1894286" y="5863590"/>
                  </a:cubicBezTo>
                  <a:cubicBezTo>
                    <a:pt x="1825277" y="5951220"/>
                    <a:pt x="1750518" y="6027420"/>
                    <a:pt x="1682659" y="6115050"/>
                  </a:cubicBezTo>
                  <a:cubicBezTo>
                    <a:pt x="1613651" y="6203950"/>
                    <a:pt x="1538891" y="6287770"/>
                    <a:pt x="1484835" y="6391910"/>
                  </a:cubicBezTo>
                  <a:cubicBezTo>
                    <a:pt x="1426177" y="6503670"/>
                    <a:pt x="1356019" y="6643370"/>
                    <a:pt x="1347968" y="6766560"/>
                  </a:cubicBezTo>
                  <a:cubicBezTo>
                    <a:pt x="1339917" y="6879589"/>
                    <a:pt x="1387072" y="6993889"/>
                    <a:pt x="1421577" y="7101839"/>
                  </a:cubicBezTo>
                  <a:cubicBezTo>
                    <a:pt x="1454931" y="7209789"/>
                    <a:pt x="1496336" y="7291070"/>
                    <a:pt x="1551543" y="7411720"/>
                  </a:cubicBezTo>
                  <a:cubicBezTo>
                    <a:pt x="1633203" y="7588250"/>
                    <a:pt x="1809175" y="7863839"/>
                    <a:pt x="1871283" y="8056879"/>
                  </a:cubicBezTo>
                  <a:cubicBezTo>
                    <a:pt x="1917288" y="8197850"/>
                    <a:pt x="1946042" y="8319770"/>
                    <a:pt x="1936841" y="8445500"/>
                  </a:cubicBezTo>
                  <a:cubicBezTo>
                    <a:pt x="1928790" y="8569960"/>
                    <a:pt x="1878184" y="8698229"/>
                    <a:pt x="1821827" y="8809989"/>
                  </a:cubicBezTo>
                  <a:cubicBezTo>
                    <a:pt x="1763169" y="8925560"/>
                    <a:pt x="1668858" y="9030970"/>
                    <a:pt x="1590648" y="9127489"/>
                  </a:cubicBezTo>
                  <a:cubicBezTo>
                    <a:pt x="1519339" y="9215120"/>
                    <a:pt x="1443429" y="9282429"/>
                    <a:pt x="1374421" y="9367520"/>
                  </a:cubicBezTo>
                  <a:cubicBezTo>
                    <a:pt x="1301962" y="9456420"/>
                    <a:pt x="1215701" y="9546589"/>
                    <a:pt x="1166245" y="9652000"/>
                  </a:cubicBezTo>
                  <a:cubicBezTo>
                    <a:pt x="1116789" y="9756139"/>
                    <a:pt x="1081134" y="9879329"/>
                    <a:pt x="1075384" y="9996170"/>
                  </a:cubicBezTo>
                  <a:cubicBezTo>
                    <a:pt x="1069633" y="10111739"/>
                    <a:pt x="1089185" y="10245089"/>
                    <a:pt x="1132891" y="10347960"/>
                  </a:cubicBezTo>
                  <a:cubicBezTo>
                    <a:pt x="1174296" y="10449560"/>
                    <a:pt x="1264007" y="10520679"/>
                    <a:pt x="1323815" y="10610850"/>
                  </a:cubicBezTo>
                  <a:cubicBezTo>
                    <a:pt x="1384772" y="10701020"/>
                    <a:pt x="1437679" y="10784839"/>
                    <a:pt x="1494036" y="10887710"/>
                  </a:cubicBezTo>
                  <a:cubicBezTo>
                    <a:pt x="1560744" y="11008360"/>
                    <a:pt x="1644704" y="11159489"/>
                    <a:pt x="1691860" y="11291570"/>
                  </a:cubicBezTo>
                  <a:cubicBezTo>
                    <a:pt x="1732115" y="11405870"/>
                    <a:pt x="1764319" y="11512550"/>
                    <a:pt x="1772370" y="11629389"/>
                  </a:cubicBezTo>
                  <a:cubicBezTo>
                    <a:pt x="1781571" y="11747500"/>
                    <a:pt x="1768920" y="11878310"/>
                    <a:pt x="1737866" y="11995150"/>
                  </a:cubicBezTo>
                  <a:cubicBezTo>
                    <a:pt x="1705662" y="12113260"/>
                    <a:pt x="1642404" y="12223750"/>
                    <a:pt x="1582597" y="12330429"/>
                  </a:cubicBezTo>
                  <a:cubicBezTo>
                    <a:pt x="1521639" y="12439650"/>
                    <a:pt x="1461832" y="12529820"/>
                    <a:pt x="1374421" y="12644120"/>
                  </a:cubicBezTo>
                  <a:cubicBezTo>
                    <a:pt x="1254806" y="12800329"/>
                    <a:pt x="1045480" y="13004800"/>
                    <a:pt x="917814" y="13166089"/>
                  </a:cubicBezTo>
                  <a:cubicBezTo>
                    <a:pt x="816601" y="13294359"/>
                    <a:pt x="690086" y="13399770"/>
                    <a:pt x="660182" y="13525500"/>
                  </a:cubicBezTo>
                  <a:cubicBezTo>
                    <a:pt x="632578" y="13633450"/>
                    <a:pt x="669383" y="13729970"/>
                    <a:pt x="703887" y="13863320"/>
                  </a:cubicBezTo>
                  <a:cubicBezTo>
                    <a:pt x="757944" y="14075409"/>
                    <a:pt x="902862" y="14414500"/>
                    <a:pt x="1016726" y="14655800"/>
                  </a:cubicBezTo>
                  <a:cubicBezTo>
                    <a:pt x="1119089" y="14871700"/>
                    <a:pt x="1295061" y="15144750"/>
                    <a:pt x="1345667" y="15248889"/>
                  </a:cubicBezTo>
                  <a:cubicBezTo>
                    <a:pt x="1362919" y="15284450"/>
                    <a:pt x="1368670" y="15297150"/>
                    <a:pt x="1376721" y="15323820"/>
                  </a:cubicBezTo>
                  <a:cubicBezTo>
                    <a:pt x="1383622" y="15349220"/>
                    <a:pt x="1388223" y="15377159"/>
                    <a:pt x="1390523" y="15403830"/>
                  </a:cubicBezTo>
                  <a:cubicBezTo>
                    <a:pt x="1391673" y="15430500"/>
                    <a:pt x="1390523" y="15458439"/>
                    <a:pt x="1385922" y="15485109"/>
                  </a:cubicBezTo>
                  <a:cubicBezTo>
                    <a:pt x="1381322" y="15511780"/>
                    <a:pt x="1374421" y="15539720"/>
                    <a:pt x="1364070" y="15563850"/>
                  </a:cubicBezTo>
                  <a:cubicBezTo>
                    <a:pt x="1353718" y="15589250"/>
                    <a:pt x="1341067" y="15613380"/>
                    <a:pt x="1326115" y="15634970"/>
                  </a:cubicBezTo>
                  <a:cubicBezTo>
                    <a:pt x="1311163" y="15655289"/>
                    <a:pt x="1292761" y="15675609"/>
                    <a:pt x="1274358" y="15692120"/>
                  </a:cubicBezTo>
                  <a:cubicBezTo>
                    <a:pt x="1254806" y="15709900"/>
                    <a:pt x="1232953" y="15723870"/>
                    <a:pt x="1209950" y="15735300"/>
                  </a:cubicBezTo>
                  <a:cubicBezTo>
                    <a:pt x="1188098" y="15746730"/>
                    <a:pt x="1163945" y="15755620"/>
                    <a:pt x="1139792" y="15760700"/>
                  </a:cubicBezTo>
                  <a:cubicBezTo>
                    <a:pt x="1115639" y="15764509"/>
                    <a:pt x="1090335" y="15767050"/>
                    <a:pt x="1066182" y="15765780"/>
                  </a:cubicBezTo>
                  <a:cubicBezTo>
                    <a:pt x="1040879" y="15764509"/>
                    <a:pt x="1015576" y="15759430"/>
                    <a:pt x="992573" y="15750539"/>
                  </a:cubicBezTo>
                  <a:cubicBezTo>
                    <a:pt x="969570" y="15742920"/>
                    <a:pt x="945417" y="15731489"/>
                    <a:pt x="924715" y="15717520"/>
                  </a:cubicBezTo>
                  <a:cubicBezTo>
                    <a:pt x="904012" y="15703550"/>
                    <a:pt x="883310" y="15687039"/>
                    <a:pt x="866057" y="15667989"/>
                  </a:cubicBezTo>
                  <a:cubicBezTo>
                    <a:pt x="848805" y="15648939"/>
                    <a:pt x="820052" y="15603220"/>
                    <a:pt x="820052" y="15603220"/>
                  </a:cubicBezTo>
                </a:path>
              </a:pathLst>
            </a:custGeom>
            <a:solidFill>
              <a:srgbClr val="002E3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3">
            <a:extLst>
              <a:ext uri="{FF2B5EF4-FFF2-40B4-BE49-F238E27FC236}">
                <a16:creationId xmlns:a16="http://schemas.microsoft.com/office/drawing/2014/main" id="{0B020C74-A987-03F5-8D67-8D78E07CAB6F}"/>
              </a:ext>
            </a:extLst>
          </p:cNvPr>
          <p:cNvGrpSpPr/>
          <p:nvPr/>
        </p:nvGrpSpPr>
        <p:grpSpPr>
          <a:xfrm rot="2190851">
            <a:off x="569837" y="-4615815"/>
            <a:ext cx="1870996" cy="11898630"/>
            <a:chOff x="0" y="0"/>
            <a:chExt cx="2494661" cy="15864840"/>
          </a:xfrm>
        </p:grpSpPr>
        <p:sp>
          <p:nvSpPr>
            <p:cNvPr id="14" name="Freeform 4">
              <a:extLst>
                <a:ext uri="{FF2B5EF4-FFF2-40B4-BE49-F238E27FC236}">
                  <a16:creationId xmlns:a16="http://schemas.microsoft.com/office/drawing/2014/main" id="{E0D9728C-686B-A004-8841-B1849C3990E4}"/>
                </a:ext>
              </a:extLst>
            </p:cNvPr>
            <p:cNvSpPr/>
            <p:nvPr/>
          </p:nvSpPr>
          <p:spPr>
            <a:xfrm>
              <a:off x="44856" y="46991"/>
              <a:ext cx="2408400" cy="15767050"/>
            </a:xfrm>
            <a:custGeom>
              <a:avLst/>
              <a:gdLst/>
              <a:ahLst/>
              <a:cxnLst/>
              <a:rect l="l" t="t" r="r" b="b"/>
              <a:pathLst>
                <a:path w="2408400" h="15767050">
                  <a:moveTo>
                    <a:pt x="820052" y="15603220"/>
                  </a:moveTo>
                  <a:cubicBezTo>
                    <a:pt x="377247" y="14794230"/>
                    <a:pt x="259932" y="14508480"/>
                    <a:pt x="182872" y="14314170"/>
                  </a:cubicBezTo>
                  <a:cubicBezTo>
                    <a:pt x="129966" y="14180820"/>
                    <a:pt x="89711" y="14086839"/>
                    <a:pt x="58657" y="13971270"/>
                  </a:cubicBezTo>
                  <a:cubicBezTo>
                    <a:pt x="29903" y="13858239"/>
                    <a:pt x="3450" y="13742670"/>
                    <a:pt x="1150" y="13627100"/>
                  </a:cubicBezTo>
                  <a:cubicBezTo>
                    <a:pt x="0" y="13511530"/>
                    <a:pt x="10351" y="13399770"/>
                    <a:pt x="51756" y="13276580"/>
                  </a:cubicBezTo>
                  <a:cubicBezTo>
                    <a:pt x="105813" y="13116559"/>
                    <a:pt x="223127" y="12932410"/>
                    <a:pt x="340442" y="12767310"/>
                  </a:cubicBezTo>
                  <a:cubicBezTo>
                    <a:pt x="471558" y="12583160"/>
                    <a:pt x="693536" y="12383770"/>
                    <a:pt x="813151" y="12231370"/>
                  </a:cubicBezTo>
                  <a:cubicBezTo>
                    <a:pt x="895961" y="12125960"/>
                    <a:pt x="962669" y="12054839"/>
                    <a:pt x="1006375" y="11953239"/>
                  </a:cubicBezTo>
                  <a:cubicBezTo>
                    <a:pt x="1048930" y="11854179"/>
                    <a:pt x="1089185" y="11736070"/>
                    <a:pt x="1077684" y="11631929"/>
                  </a:cubicBezTo>
                  <a:cubicBezTo>
                    <a:pt x="1067333" y="11523979"/>
                    <a:pt x="990273" y="11421110"/>
                    <a:pt x="935066" y="11318239"/>
                  </a:cubicBezTo>
                  <a:cubicBezTo>
                    <a:pt x="876409" y="11212829"/>
                    <a:pt x="802800" y="11107420"/>
                    <a:pt x="733791" y="11005820"/>
                  </a:cubicBezTo>
                  <a:cubicBezTo>
                    <a:pt x="665933" y="10906760"/>
                    <a:pt x="581972" y="10824210"/>
                    <a:pt x="524465" y="10716260"/>
                  </a:cubicBezTo>
                  <a:cubicBezTo>
                    <a:pt x="464657" y="10601960"/>
                    <a:pt x="410601" y="10460989"/>
                    <a:pt x="387598" y="10336529"/>
                  </a:cubicBezTo>
                  <a:cubicBezTo>
                    <a:pt x="366895" y="10222229"/>
                    <a:pt x="373796" y="10116820"/>
                    <a:pt x="380697" y="9998710"/>
                  </a:cubicBezTo>
                  <a:cubicBezTo>
                    <a:pt x="388748" y="9865360"/>
                    <a:pt x="400249" y="9710420"/>
                    <a:pt x="437054" y="9577070"/>
                  </a:cubicBezTo>
                  <a:cubicBezTo>
                    <a:pt x="472708" y="9447529"/>
                    <a:pt x="534816" y="9319260"/>
                    <a:pt x="595774" y="9207500"/>
                  </a:cubicBezTo>
                  <a:cubicBezTo>
                    <a:pt x="652131" y="9107170"/>
                    <a:pt x="706188" y="9039860"/>
                    <a:pt x="784397" y="8934450"/>
                  </a:cubicBezTo>
                  <a:cubicBezTo>
                    <a:pt x="899412" y="8782050"/>
                    <a:pt x="1211100" y="8585200"/>
                    <a:pt x="1231803" y="8387079"/>
                  </a:cubicBezTo>
                  <a:cubicBezTo>
                    <a:pt x="1252506" y="8192770"/>
                    <a:pt x="1000624" y="7938770"/>
                    <a:pt x="916664" y="7758429"/>
                  </a:cubicBezTo>
                  <a:cubicBezTo>
                    <a:pt x="855706" y="7625079"/>
                    <a:pt x="810851" y="7522210"/>
                    <a:pt x="769445" y="7405370"/>
                  </a:cubicBezTo>
                  <a:cubicBezTo>
                    <a:pt x="730341" y="7296150"/>
                    <a:pt x="694686" y="7192010"/>
                    <a:pt x="672833" y="7080250"/>
                  </a:cubicBezTo>
                  <a:cubicBezTo>
                    <a:pt x="650981" y="6964679"/>
                    <a:pt x="634879" y="6846570"/>
                    <a:pt x="638329" y="6722110"/>
                  </a:cubicBezTo>
                  <a:cubicBezTo>
                    <a:pt x="642930" y="6584950"/>
                    <a:pt x="660182" y="6422390"/>
                    <a:pt x="705037" y="6292850"/>
                  </a:cubicBezTo>
                  <a:cubicBezTo>
                    <a:pt x="747593" y="6168390"/>
                    <a:pt x="826953" y="6064250"/>
                    <a:pt x="894811" y="5955029"/>
                  </a:cubicBezTo>
                  <a:cubicBezTo>
                    <a:pt x="960369" y="5849620"/>
                    <a:pt x="1030528" y="5746750"/>
                    <a:pt x="1105287" y="5647690"/>
                  </a:cubicBezTo>
                  <a:cubicBezTo>
                    <a:pt x="1181197" y="5548629"/>
                    <a:pt x="1275508" y="5455920"/>
                    <a:pt x="1349118" y="5360670"/>
                  </a:cubicBezTo>
                  <a:cubicBezTo>
                    <a:pt x="1418126" y="5271770"/>
                    <a:pt x="1530840" y="5193029"/>
                    <a:pt x="1536591" y="5096510"/>
                  </a:cubicBezTo>
                  <a:cubicBezTo>
                    <a:pt x="1541192" y="4989829"/>
                    <a:pt x="1412376" y="4859020"/>
                    <a:pt x="1342217" y="4745990"/>
                  </a:cubicBezTo>
                  <a:cubicBezTo>
                    <a:pt x="1270908" y="4632960"/>
                    <a:pt x="1177746" y="4531360"/>
                    <a:pt x="1112188" y="4420870"/>
                  </a:cubicBezTo>
                  <a:cubicBezTo>
                    <a:pt x="1050080" y="4316729"/>
                    <a:pt x="1000624" y="4218940"/>
                    <a:pt x="956919" y="4102100"/>
                  </a:cubicBezTo>
                  <a:cubicBezTo>
                    <a:pt x="907463" y="3971290"/>
                    <a:pt x="856856" y="3808729"/>
                    <a:pt x="839604" y="3670300"/>
                  </a:cubicBezTo>
                  <a:cubicBezTo>
                    <a:pt x="824652" y="3548379"/>
                    <a:pt x="830403" y="3434079"/>
                    <a:pt x="843055" y="3318510"/>
                  </a:cubicBezTo>
                  <a:cubicBezTo>
                    <a:pt x="856856" y="3205479"/>
                    <a:pt x="874108" y="3091180"/>
                    <a:pt x="916664" y="2985770"/>
                  </a:cubicBezTo>
                  <a:cubicBezTo>
                    <a:pt x="962670" y="2874010"/>
                    <a:pt x="1045480" y="2773680"/>
                    <a:pt x="1115639" y="2669540"/>
                  </a:cubicBezTo>
                  <a:cubicBezTo>
                    <a:pt x="1188098" y="2562860"/>
                    <a:pt x="1275508" y="2466340"/>
                    <a:pt x="1344517" y="2352040"/>
                  </a:cubicBezTo>
                  <a:cubicBezTo>
                    <a:pt x="1415826" y="2233930"/>
                    <a:pt x="1484835" y="2101850"/>
                    <a:pt x="1535441" y="1972310"/>
                  </a:cubicBezTo>
                  <a:cubicBezTo>
                    <a:pt x="1582597" y="1845310"/>
                    <a:pt x="1610200" y="1713230"/>
                    <a:pt x="1640104" y="1583690"/>
                  </a:cubicBezTo>
                  <a:cubicBezTo>
                    <a:pt x="1671158" y="1454150"/>
                    <a:pt x="1707962" y="1322070"/>
                    <a:pt x="1720614" y="1193800"/>
                  </a:cubicBezTo>
                  <a:cubicBezTo>
                    <a:pt x="1732115" y="1073150"/>
                    <a:pt x="1726365" y="955040"/>
                    <a:pt x="1714863" y="834390"/>
                  </a:cubicBezTo>
                  <a:cubicBezTo>
                    <a:pt x="1702212" y="707390"/>
                    <a:pt x="1652755" y="543560"/>
                    <a:pt x="1642404" y="450850"/>
                  </a:cubicBezTo>
                  <a:cubicBezTo>
                    <a:pt x="1636654" y="400050"/>
                    <a:pt x="1633203" y="369570"/>
                    <a:pt x="1637804" y="330200"/>
                  </a:cubicBezTo>
                  <a:cubicBezTo>
                    <a:pt x="1642404" y="290830"/>
                    <a:pt x="1653906" y="250190"/>
                    <a:pt x="1668858" y="214630"/>
                  </a:cubicBezTo>
                  <a:cubicBezTo>
                    <a:pt x="1684960" y="177800"/>
                    <a:pt x="1706812" y="143510"/>
                    <a:pt x="1732115" y="115570"/>
                  </a:cubicBezTo>
                  <a:cubicBezTo>
                    <a:pt x="1757418" y="86360"/>
                    <a:pt x="1788472" y="60960"/>
                    <a:pt x="1820676" y="43180"/>
                  </a:cubicBezTo>
                  <a:cubicBezTo>
                    <a:pt x="1852880" y="25400"/>
                    <a:pt x="1889685" y="12700"/>
                    <a:pt x="1925339" y="6350"/>
                  </a:cubicBezTo>
                  <a:cubicBezTo>
                    <a:pt x="1960994" y="0"/>
                    <a:pt x="1998949" y="1270"/>
                    <a:pt x="2034603" y="8890"/>
                  </a:cubicBezTo>
                  <a:cubicBezTo>
                    <a:pt x="2070258" y="15240"/>
                    <a:pt x="2105912" y="29210"/>
                    <a:pt x="2138116" y="49530"/>
                  </a:cubicBezTo>
                  <a:cubicBezTo>
                    <a:pt x="2169170" y="68580"/>
                    <a:pt x="2200224" y="93980"/>
                    <a:pt x="2224377" y="123190"/>
                  </a:cubicBezTo>
                  <a:cubicBezTo>
                    <a:pt x="2248530" y="153670"/>
                    <a:pt x="2269232" y="189230"/>
                    <a:pt x="2284184" y="224790"/>
                  </a:cubicBezTo>
                  <a:cubicBezTo>
                    <a:pt x="2299136" y="261620"/>
                    <a:pt x="2308337" y="302260"/>
                    <a:pt x="2311788" y="342900"/>
                  </a:cubicBezTo>
                  <a:cubicBezTo>
                    <a:pt x="2315238" y="382270"/>
                    <a:pt x="2312938" y="424180"/>
                    <a:pt x="2304887" y="463550"/>
                  </a:cubicBezTo>
                  <a:cubicBezTo>
                    <a:pt x="2295686" y="501650"/>
                    <a:pt x="2280734" y="541020"/>
                    <a:pt x="2262331" y="575310"/>
                  </a:cubicBezTo>
                  <a:cubicBezTo>
                    <a:pt x="2242779" y="608330"/>
                    <a:pt x="2217476" y="640080"/>
                    <a:pt x="2189872" y="665480"/>
                  </a:cubicBezTo>
                  <a:cubicBezTo>
                    <a:pt x="2162269" y="690880"/>
                    <a:pt x="2128915" y="712470"/>
                    <a:pt x="2094411" y="726440"/>
                  </a:cubicBezTo>
                  <a:cubicBezTo>
                    <a:pt x="2061056" y="740410"/>
                    <a:pt x="2023101" y="749300"/>
                    <a:pt x="1987447" y="750570"/>
                  </a:cubicBezTo>
                  <a:cubicBezTo>
                    <a:pt x="1951793" y="751840"/>
                    <a:pt x="1912688" y="746760"/>
                    <a:pt x="1878184" y="735330"/>
                  </a:cubicBezTo>
                  <a:cubicBezTo>
                    <a:pt x="1843679" y="723900"/>
                    <a:pt x="1809175" y="706120"/>
                    <a:pt x="1779271" y="683260"/>
                  </a:cubicBezTo>
                  <a:cubicBezTo>
                    <a:pt x="1750518" y="660400"/>
                    <a:pt x="1722914" y="629920"/>
                    <a:pt x="1701061" y="598170"/>
                  </a:cubicBezTo>
                  <a:cubicBezTo>
                    <a:pt x="1680359" y="566420"/>
                    <a:pt x="1661957" y="528320"/>
                    <a:pt x="1651605" y="490220"/>
                  </a:cubicBezTo>
                  <a:cubicBezTo>
                    <a:pt x="1640104" y="452120"/>
                    <a:pt x="1635503" y="410210"/>
                    <a:pt x="1635503" y="370840"/>
                  </a:cubicBezTo>
                  <a:cubicBezTo>
                    <a:pt x="1636654" y="330200"/>
                    <a:pt x="1642404" y="289560"/>
                    <a:pt x="1655056" y="251460"/>
                  </a:cubicBezTo>
                  <a:cubicBezTo>
                    <a:pt x="1666557" y="213360"/>
                    <a:pt x="1686110" y="176530"/>
                    <a:pt x="1707962" y="144780"/>
                  </a:cubicBezTo>
                  <a:cubicBezTo>
                    <a:pt x="1729815" y="114300"/>
                    <a:pt x="1758569" y="85090"/>
                    <a:pt x="1788472" y="63500"/>
                  </a:cubicBezTo>
                  <a:cubicBezTo>
                    <a:pt x="1819526" y="41910"/>
                    <a:pt x="1854031" y="24130"/>
                    <a:pt x="1889685" y="13970"/>
                  </a:cubicBezTo>
                  <a:cubicBezTo>
                    <a:pt x="1924189" y="5080"/>
                    <a:pt x="1962144" y="0"/>
                    <a:pt x="1997798" y="3810"/>
                  </a:cubicBezTo>
                  <a:cubicBezTo>
                    <a:pt x="2034603" y="6350"/>
                    <a:pt x="2071408" y="16510"/>
                    <a:pt x="2104762" y="31750"/>
                  </a:cubicBezTo>
                  <a:cubicBezTo>
                    <a:pt x="2138116" y="46990"/>
                    <a:pt x="2171470" y="68580"/>
                    <a:pt x="2197924" y="95250"/>
                  </a:cubicBezTo>
                  <a:cubicBezTo>
                    <a:pt x="2225527" y="121920"/>
                    <a:pt x="2249680" y="154940"/>
                    <a:pt x="2268082" y="189230"/>
                  </a:cubicBezTo>
                  <a:cubicBezTo>
                    <a:pt x="2285334" y="223520"/>
                    <a:pt x="2294536" y="255270"/>
                    <a:pt x="2307187" y="302260"/>
                  </a:cubicBezTo>
                  <a:cubicBezTo>
                    <a:pt x="2324439" y="372110"/>
                    <a:pt x="2340541" y="473710"/>
                    <a:pt x="2355493" y="571500"/>
                  </a:cubicBezTo>
                  <a:cubicBezTo>
                    <a:pt x="2372745" y="684530"/>
                    <a:pt x="2399198" y="815340"/>
                    <a:pt x="2403799" y="942340"/>
                  </a:cubicBezTo>
                  <a:cubicBezTo>
                    <a:pt x="2408400" y="1073150"/>
                    <a:pt x="2396898" y="1209040"/>
                    <a:pt x="2380796" y="1346200"/>
                  </a:cubicBezTo>
                  <a:cubicBezTo>
                    <a:pt x="2362394" y="1488440"/>
                    <a:pt x="2330190" y="1629410"/>
                    <a:pt x="2295686" y="1780540"/>
                  </a:cubicBezTo>
                  <a:cubicBezTo>
                    <a:pt x="2257731" y="1945640"/>
                    <a:pt x="2219776" y="2127250"/>
                    <a:pt x="2157668" y="2296160"/>
                  </a:cubicBezTo>
                  <a:cubicBezTo>
                    <a:pt x="2092110" y="2471420"/>
                    <a:pt x="1992048" y="2669540"/>
                    <a:pt x="1910388" y="2810510"/>
                  </a:cubicBezTo>
                  <a:cubicBezTo>
                    <a:pt x="1847130" y="2918460"/>
                    <a:pt x="1780421" y="2980690"/>
                    <a:pt x="1722914" y="3082290"/>
                  </a:cubicBezTo>
                  <a:cubicBezTo>
                    <a:pt x="1656206" y="3197860"/>
                    <a:pt x="1554993" y="3343910"/>
                    <a:pt x="1541192" y="3470910"/>
                  </a:cubicBezTo>
                  <a:cubicBezTo>
                    <a:pt x="1528540" y="3585210"/>
                    <a:pt x="1572245" y="3703320"/>
                    <a:pt x="1611350" y="3808729"/>
                  </a:cubicBezTo>
                  <a:cubicBezTo>
                    <a:pt x="1650455" y="3911600"/>
                    <a:pt x="1716013" y="4001770"/>
                    <a:pt x="1774671" y="4094479"/>
                  </a:cubicBezTo>
                  <a:cubicBezTo>
                    <a:pt x="1834478" y="4189729"/>
                    <a:pt x="1906937" y="4269740"/>
                    <a:pt x="1969045" y="4370070"/>
                  </a:cubicBezTo>
                  <a:cubicBezTo>
                    <a:pt x="2038053" y="4480560"/>
                    <a:pt x="2124314" y="4602479"/>
                    <a:pt x="2168020" y="4732020"/>
                  </a:cubicBezTo>
                  <a:cubicBezTo>
                    <a:pt x="2211725" y="4860290"/>
                    <a:pt x="2239329" y="5006340"/>
                    <a:pt x="2230127" y="5143500"/>
                  </a:cubicBezTo>
                  <a:cubicBezTo>
                    <a:pt x="2220926" y="5287010"/>
                    <a:pt x="2165720" y="5453379"/>
                    <a:pt x="2104762" y="5576570"/>
                  </a:cubicBezTo>
                  <a:cubicBezTo>
                    <a:pt x="2049555" y="5688329"/>
                    <a:pt x="1965594" y="5772150"/>
                    <a:pt x="1894286" y="5863590"/>
                  </a:cubicBezTo>
                  <a:cubicBezTo>
                    <a:pt x="1825277" y="5951220"/>
                    <a:pt x="1750518" y="6027420"/>
                    <a:pt x="1682659" y="6115050"/>
                  </a:cubicBezTo>
                  <a:cubicBezTo>
                    <a:pt x="1613651" y="6203950"/>
                    <a:pt x="1538891" y="6287770"/>
                    <a:pt x="1484835" y="6391910"/>
                  </a:cubicBezTo>
                  <a:cubicBezTo>
                    <a:pt x="1426177" y="6503670"/>
                    <a:pt x="1356019" y="6643370"/>
                    <a:pt x="1347968" y="6766560"/>
                  </a:cubicBezTo>
                  <a:cubicBezTo>
                    <a:pt x="1339917" y="6879589"/>
                    <a:pt x="1387072" y="6993889"/>
                    <a:pt x="1421577" y="7101839"/>
                  </a:cubicBezTo>
                  <a:cubicBezTo>
                    <a:pt x="1454931" y="7209789"/>
                    <a:pt x="1496336" y="7291070"/>
                    <a:pt x="1551543" y="7411720"/>
                  </a:cubicBezTo>
                  <a:cubicBezTo>
                    <a:pt x="1633203" y="7588250"/>
                    <a:pt x="1809175" y="7863839"/>
                    <a:pt x="1871283" y="8056879"/>
                  </a:cubicBezTo>
                  <a:cubicBezTo>
                    <a:pt x="1917288" y="8197850"/>
                    <a:pt x="1946042" y="8319770"/>
                    <a:pt x="1936841" y="8445500"/>
                  </a:cubicBezTo>
                  <a:cubicBezTo>
                    <a:pt x="1928790" y="8569960"/>
                    <a:pt x="1878184" y="8698229"/>
                    <a:pt x="1821827" y="8809989"/>
                  </a:cubicBezTo>
                  <a:cubicBezTo>
                    <a:pt x="1763169" y="8925560"/>
                    <a:pt x="1668858" y="9030970"/>
                    <a:pt x="1590648" y="9127489"/>
                  </a:cubicBezTo>
                  <a:cubicBezTo>
                    <a:pt x="1519339" y="9215120"/>
                    <a:pt x="1443429" y="9282429"/>
                    <a:pt x="1374421" y="9367520"/>
                  </a:cubicBezTo>
                  <a:cubicBezTo>
                    <a:pt x="1301962" y="9456420"/>
                    <a:pt x="1215701" y="9546589"/>
                    <a:pt x="1166245" y="9652000"/>
                  </a:cubicBezTo>
                  <a:cubicBezTo>
                    <a:pt x="1116789" y="9756139"/>
                    <a:pt x="1081134" y="9879329"/>
                    <a:pt x="1075384" y="9996170"/>
                  </a:cubicBezTo>
                  <a:cubicBezTo>
                    <a:pt x="1069633" y="10111739"/>
                    <a:pt x="1089185" y="10245089"/>
                    <a:pt x="1132891" y="10347960"/>
                  </a:cubicBezTo>
                  <a:cubicBezTo>
                    <a:pt x="1174296" y="10449560"/>
                    <a:pt x="1264007" y="10520679"/>
                    <a:pt x="1323815" y="10610850"/>
                  </a:cubicBezTo>
                  <a:cubicBezTo>
                    <a:pt x="1384772" y="10701020"/>
                    <a:pt x="1437679" y="10784839"/>
                    <a:pt x="1494036" y="10887710"/>
                  </a:cubicBezTo>
                  <a:cubicBezTo>
                    <a:pt x="1560744" y="11008360"/>
                    <a:pt x="1644704" y="11159489"/>
                    <a:pt x="1691860" y="11291570"/>
                  </a:cubicBezTo>
                  <a:cubicBezTo>
                    <a:pt x="1732115" y="11405870"/>
                    <a:pt x="1764319" y="11512550"/>
                    <a:pt x="1772370" y="11629389"/>
                  </a:cubicBezTo>
                  <a:cubicBezTo>
                    <a:pt x="1781571" y="11747500"/>
                    <a:pt x="1768920" y="11878310"/>
                    <a:pt x="1737866" y="11995150"/>
                  </a:cubicBezTo>
                  <a:cubicBezTo>
                    <a:pt x="1705662" y="12113260"/>
                    <a:pt x="1642404" y="12223750"/>
                    <a:pt x="1582597" y="12330429"/>
                  </a:cubicBezTo>
                  <a:cubicBezTo>
                    <a:pt x="1521639" y="12439650"/>
                    <a:pt x="1461832" y="12529820"/>
                    <a:pt x="1374421" y="12644120"/>
                  </a:cubicBezTo>
                  <a:cubicBezTo>
                    <a:pt x="1254806" y="12800329"/>
                    <a:pt x="1045480" y="13004800"/>
                    <a:pt x="917814" y="13166089"/>
                  </a:cubicBezTo>
                  <a:cubicBezTo>
                    <a:pt x="816601" y="13294359"/>
                    <a:pt x="690086" y="13399770"/>
                    <a:pt x="660182" y="13525500"/>
                  </a:cubicBezTo>
                  <a:cubicBezTo>
                    <a:pt x="632578" y="13633450"/>
                    <a:pt x="669383" y="13729970"/>
                    <a:pt x="703887" y="13863320"/>
                  </a:cubicBezTo>
                  <a:cubicBezTo>
                    <a:pt x="757944" y="14075409"/>
                    <a:pt x="902862" y="14414500"/>
                    <a:pt x="1016726" y="14655800"/>
                  </a:cubicBezTo>
                  <a:cubicBezTo>
                    <a:pt x="1119089" y="14871700"/>
                    <a:pt x="1295061" y="15144750"/>
                    <a:pt x="1345667" y="15248889"/>
                  </a:cubicBezTo>
                  <a:cubicBezTo>
                    <a:pt x="1362919" y="15284450"/>
                    <a:pt x="1368670" y="15297150"/>
                    <a:pt x="1376721" y="15323820"/>
                  </a:cubicBezTo>
                  <a:cubicBezTo>
                    <a:pt x="1383622" y="15349220"/>
                    <a:pt x="1388223" y="15377159"/>
                    <a:pt x="1390523" y="15403830"/>
                  </a:cubicBezTo>
                  <a:cubicBezTo>
                    <a:pt x="1391673" y="15430500"/>
                    <a:pt x="1390523" y="15458439"/>
                    <a:pt x="1385922" y="15485109"/>
                  </a:cubicBezTo>
                  <a:cubicBezTo>
                    <a:pt x="1381322" y="15511780"/>
                    <a:pt x="1374421" y="15539720"/>
                    <a:pt x="1364070" y="15563850"/>
                  </a:cubicBezTo>
                  <a:cubicBezTo>
                    <a:pt x="1353718" y="15589250"/>
                    <a:pt x="1341067" y="15613380"/>
                    <a:pt x="1326115" y="15634970"/>
                  </a:cubicBezTo>
                  <a:cubicBezTo>
                    <a:pt x="1311163" y="15655289"/>
                    <a:pt x="1292761" y="15675609"/>
                    <a:pt x="1274358" y="15692120"/>
                  </a:cubicBezTo>
                  <a:cubicBezTo>
                    <a:pt x="1254806" y="15709900"/>
                    <a:pt x="1232953" y="15723870"/>
                    <a:pt x="1209950" y="15735300"/>
                  </a:cubicBezTo>
                  <a:cubicBezTo>
                    <a:pt x="1188098" y="15746730"/>
                    <a:pt x="1163945" y="15755620"/>
                    <a:pt x="1139792" y="15760700"/>
                  </a:cubicBezTo>
                  <a:cubicBezTo>
                    <a:pt x="1115639" y="15764509"/>
                    <a:pt x="1090335" y="15767050"/>
                    <a:pt x="1066182" y="15765780"/>
                  </a:cubicBezTo>
                  <a:cubicBezTo>
                    <a:pt x="1040879" y="15764509"/>
                    <a:pt x="1015576" y="15759430"/>
                    <a:pt x="992573" y="15750539"/>
                  </a:cubicBezTo>
                  <a:cubicBezTo>
                    <a:pt x="969570" y="15742920"/>
                    <a:pt x="945417" y="15731489"/>
                    <a:pt x="924715" y="15717520"/>
                  </a:cubicBezTo>
                  <a:cubicBezTo>
                    <a:pt x="904012" y="15703550"/>
                    <a:pt x="883310" y="15687039"/>
                    <a:pt x="866057" y="15667989"/>
                  </a:cubicBezTo>
                  <a:cubicBezTo>
                    <a:pt x="848805" y="15648939"/>
                    <a:pt x="820052" y="15603220"/>
                    <a:pt x="820052" y="15603220"/>
                  </a:cubicBezTo>
                </a:path>
              </a:pathLst>
            </a:custGeom>
            <a:solidFill>
              <a:srgbClr val="FFBB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550D735-BDC6-CB91-82C8-320A138C8CDF}"/>
              </a:ext>
            </a:extLst>
          </p:cNvPr>
          <p:cNvSpPr txBox="1"/>
          <p:nvPr/>
        </p:nvSpPr>
        <p:spPr>
          <a:xfrm>
            <a:off x="10592160" y="3091148"/>
            <a:ext cx="80681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1A1A1A"/>
                </a:solidFill>
                <a:latin typeface="Telegraf Heavy"/>
                <a:sym typeface="Telegraf Heavy"/>
              </a:rPr>
              <a:t>Want to Log In?</a:t>
            </a:r>
            <a:endParaRPr 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CAE2C0-E014-EA71-DBD4-4BF8D296F3D3}"/>
              </a:ext>
            </a:extLst>
          </p:cNvPr>
          <p:cNvSpPr txBox="1"/>
          <p:nvPr/>
        </p:nvSpPr>
        <p:spPr>
          <a:xfrm>
            <a:off x="11724885" y="4262673"/>
            <a:ext cx="42707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Poppins" pitchFamily="2" charset="0"/>
                <a:cs typeface="Poppins" pitchFamily="2" charset="0"/>
              </a:rPr>
              <a:t>Simply scan it!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5078C1-8D15-2C3E-A236-972983639FE9}"/>
              </a:ext>
            </a:extLst>
          </p:cNvPr>
          <p:cNvSpPr txBox="1"/>
          <p:nvPr/>
        </p:nvSpPr>
        <p:spPr>
          <a:xfrm>
            <a:off x="12979494" y="10287000"/>
            <a:ext cx="13500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Poppins" pitchFamily="2" charset="0"/>
                <a:cs typeface="Poppins" pitchFamily="2" charset="0"/>
              </a:rPr>
              <a:t>Fast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884CE-26A3-A3AA-3BDB-89D3EDDF4F40}"/>
              </a:ext>
            </a:extLst>
          </p:cNvPr>
          <p:cNvSpPr txBox="1"/>
          <p:nvPr/>
        </p:nvSpPr>
        <p:spPr>
          <a:xfrm>
            <a:off x="12583332" y="11234810"/>
            <a:ext cx="21082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Poppins" pitchFamily="2" charset="0"/>
                <a:cs typeface="Poppins" pitchFamily="2" charset="0"/>
              </a:rPr>
              <a:t>Simple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E485A0-BC09-667E-52C4-DB6534E3FB82}"/>
              </a:ext>
            </a:extLst>
          </p:cNvPr>
          <p:cNvSpPr txBox="1"/>
          <p:nvPr/>
        </p:nvSpPr>
        <p:spPr>
          <a:xfrm>
            <a:off x="12399206" y="12210602"/>
            <a:ext cx="251062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Poppins" pitchFamily="2" charset="0"/>
                <a:cs typeface="Poppins" pitchFamily="2" charset="0"/>
              </a:rPr>
              <a:t>Secured</a:t>
            </a:r>
          </a:p>
        </p:txBody>
      </p:sp>
      <p:pic>
        <p:nvPicPr>
          <p:cNvPr id="17" name="Рисунок 16" descr="Изображение выглядит как желтый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41D60D7-3F40-706C-AB95-63194B9437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1614" y="11777144"/>
            <a:ext cx="1541183" cy="866915"/>
          </a:xfrm>
          <a:prstGeom prst="rect">
            <a:avLst/>
          </a:prstGeom>
        </p:spPr>
      </p:pic>
      <p:pic>
        <p:nvPicPr>
          <p:cNvPr id="21" name="Рисунок 20" descr="Изображение выглядит как Мобильный телефон, текст, гаджет, Портативное устройство связ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70C75A4-01C9-0D52-35EF-B374EE08E2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9391" y="4014478"/>
            <a:ext cx="1695069" cy="324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979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3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CC367-6C9E-1C40-19BE-7A5EBCD4F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14B48D47-4241-7DF3-2B94-A707290F925D}"/>
              </a:ext>
            </a:extLst>
          </p:cNvPr>
          <p:cNvSpPr/>
          <p:nvPr/>
        </p:nvSpPr>
        <p:spPr>
          <a:xfrm>
            <a:off x="2463135" y="2954649"/>
            <a:ext cx="7687581" cy="4377702"/>
          </a:xfrm>
          <a:custGeom>
            <a:avLst/>
            <a:gdLst/>
            <a:ahLst/>
            <a:cxnLst/>
            <a:rect l="l" t="t" r="r" b="b"/>
            <a:pathLst>
              <a:path w="5952351" h="3183852">
                <a:moveTo>
                  <a:pt x="0" y="0"/>
                </a:moveTo>
                <a:lnTo>
                  <a:pt x="5952351" y="0"/>
                </a:lnTo>
                <a:lnTo>
                  <a:pt x="5952351" y="3183852"/>
                </a:lnTo>
                <a:lnTo>
                  <a:pt x="0" y="318385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r="-1000" b="-7000"/>
            </a:stretch>
          </a:blipFill>
          <a:ln w="28575" cap="rnd">
            <a:noFill/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11" name="Group 5">
            <a:extLst>
              <a:ext uri="{FF2B5EF4-FFF2-40B4-BE49-F238E27FC236}">
                <a16:creationId xmlns:a16="http://schemas.microsoft.com/office/drawing/2014/main" id="{FD492A14-752C-9B11-B451-1C3F7BADF7B9}"/>
              </a:ext>
            </a:extLst>
          </p:cNvPr>
          <p:cNvGrpSpPr/>
          <p:nvPr/>
        </p:nvGrpSpPr>
        <p:grpSpPr>
          <a:xfrm rot="13341840">
            <a:off x="15828501" y="3004185"/>
            <a:ext cx="1870996" cy="11898630"/>
            <a:chOff x="0" y="0"/>
            <a:chExt cx="2494661" cy="15864840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8A49969-D1A4-B2F1-6E75-32D51C668E16}"/>
                </a:ext>
              </a:extLst>
            </p:cNvPr>
            <p:cNvSpPr/>
            <p:nvPr/>
          </p:nvSpPr>
          <p:spPr>
            <a:xfrm>
              <a:off x="44856" y="46991"/>
              <a:ext cx="2408400" cy="15767050"/>
            </a:xfrm>
            <a:custGeom>
              <a:avLst/>
              <a:gdLst/>
              <a:ahLst/>
              <a:cxnLst/>
              <a:rect l="l" t="t" r="r" b="b"/>
              <a:pathLst>
                <a:path w="2408400" h="15767050">
                  <a:moveTo>
                    <a:pt x="820052" y="15603220"/>
                  </a:moveTo>
                  <a:cubicBezTo>
                    <a:pt x="377247" y="14794230"/>
                    <a:pt x="259932" y="14508480"/>
                    <a:pt x="182872" y="14314170"/>
                  </a:cubicBezTo>
                  <a:cubicBezTo>
                    <a:pt x="129966" y="14180820"/>
                    <a:pt x="89711" y="14086839"/>
                    <a:pt x="58657" y="13971270"/>
                  </a:cubicBezTo>
                  <a:cubicBezTo>
                    <a:pt x="29903" y="13858239"/>
                    <a:pt x="3450" y="13742670"/>
                    <a:pt x="1150" y="13627100"/>
                  </a:cubicBezTo>
                  <a:cubicBezTo>
                    <a:pt x="0" y="13511530"/>
                    <a:pt x="10351" y="13399770"/>
                    <a:pt x="51756" y="13276580"/>
                  </a:cubicBezTo>
                  <a:cubicBezTo>
                    <a:pt x="105813" y="13116559"/>
                    <a:pt x="223127" y="12932410"/>
                    <a:pt x="340442" y="12767310"/>
                  </a:cubicBezTo>
                  <a:cubicBezTo>
                    <a:pt x="471558" y="12583160"/>
                    <a:pt x="693536" y="12383770"/>
                    <a:pt x="813151" y="12231370"/>
                  </a:cubicBezTo>
                  <a:cubicBezTo>
                    <a:pt x="895961" y="12125960"/>
                    <a:pt x="962669" y="12054839"/>
                    <a:pt x="1006375" y="11953239"/>
                  </a:cubicBezTo>
                  <a:cubicBezTo>
                    <a:pt x="1048930" y="11854179"/>
                    <a:pt x="1089185" y="11736070"/>
                    <a:pt x="1077684" y="11631929"/>
                  </a:cubicBezTo>
                  <a:cubicBezTo>
                    <a:pt x="1067333" y="11523979"/>
                    <a:pt x="990273" y="11421110"/>
                    <a:pt x="935066" y="11318239"/>
                  </a:cubicBezTo>
                  <a:cubicBezTo>
                    <a:pt x="876409" y="11212829"/>
                    <a:pt x="802800" y="11107420"/>
                    <a:pt x="733791" y="11005820"/>
                  </a:cubicBezTo>
                  <a:cubicBezTo>
                    <a:pt x="665933" y="10906760"/>
                    <a:pt x="581972" y="10824210"/>
                    <a:pt x="524465" y="10716260"/>
                  </a:cubicBezTo>
                  <a:cubicBezTo>
                    <a:pt x="464657" y="10601960"/>
                    <a:pt x="410601" y="10460989"/>
                    <a:pt x="387598" y="10336529"/>
                  </a:cubicBezTo>
                  <a:cubicBezTo>
                    <a:pt x="366895" y="10222229"/>
                    <a:pt x="373796" y="10116820"/>
                    <a:pt x="380697" y="9998710"/>
                  </a:cubicBezTo>
                  <a:cubicBezTo>
                    <a:pt x="388748" y="9865360"/>
                    <a:pt x="400249" y="9710420"/>
                    <a:pt x="437054" y="9577070"/>
                  </a:cubicBezTo>
                  <a:cubicBezTo>
                    <a:pt x="472708" y="9447529"/>
                    <a:pt x="534816" y="9319260"/>
                    <a:pt x="595774" y="9207500"/>
                  </a:cubicBezTo>
                  <a:cubicBezTo>
                    <a:pt x="652131" y="9107170"/>
                    <a:pt x="706188" y="9039860"/>
                    <a:pt x="784397" y="8934450"/>
                  </a:cubicBezTo>
                  <a:cubicBezTo>
                    <a:pt x="899412" y="8782050"/>
                    <a:pt x="1211100" y="8585200"/>
                    <a:pt x="1231803" y="8387079"/>
                  </a:cubicBezTo>
                  <a:cubicBezTo>
                    <a:pt x="1252506" y="8192770"/>
                    <a:pt x="1000624" y="7938770"/>
                    <a:pt x="916664" y="7758429"/>
                  </a:cubicBezTo>
                  <a:cubicBezTo>
                    <a:pt x="855706" y="7625079"/>
                    <a:pt x="810851" y="7522210"/>
                    <a:pt x="769445" y="7405370"/>
                  </a:cubicBezTo>
                  <a:cubicBezTo>
                    <a:pt x="730341" y="7296150"/>
                    <a:pt x="694686" y="7192010"/>
                    <a:pt x="672833" y="7080250"/>
                  </a:cubicBezTo>
                  <a:cubicBezTo>
                    <a:pt x="650981" y="6964679"/>
                    <a:pt x="634879" y="6846570"/>
                    <a:pt x="638329" y="6722110"/>
                  </a:cubicBezTo>
                  <a:cubicBezTo>
                    <a:pt x="642930" y="6584950"/>
                    <a:pt x="660182" y="6422390"/>
                    <a:pt x="705037" y="6292850"/>
                  </a:cubicBezTo>
                  <a:cubicBezTo>
                    <a:pt x="747593" y="6168390"/>
                    <a:pt x="826953" y="6064250"/>
                    <a:pt x="894811" y="5955029"/>
                  </a:cubicBezTo>
                  <a:cubicBezTo>
                    <a:pt x="960369" y="5849620"/>
                    <a:pt x="1030528" y="5746750"/>
                    <a:pt x="1105287" y="5647690"/>
                  </a:cubicBezTo>
                  <a:cubicBezTo>
                    <a:pt x="1181197" y="5548629"/>
                    <a:pt x="1275508" y="5455920"/>
                    <a:pt x="1349118" y="5360670"/>
                  </a:cubicBezTo>
                  <a:cubicBezTo>
                    <a:pt x="1418126" y="5271770"/>
                    <a:pt x="1530840" y="5193029"/>
                    <a:pt x="1536591" y="5096510"/>
                  </a:cubicBezTo>
                  <a:cubicBezTo>
                    <a:pt x="1541192" y="4989829"/>
                    <a:pt x="1412376" y="4859020"/>
                    <a:pt x="1342217" y="4745990"/>
                  </a:cubicBezTo>
                  <a:cubicBezTo>
                    <a:pt x="1270908" y="4632960"/>
                    <a:pt x="1177746" y="4531360"/>
                    <a:pt x="1112188" y="4420870"/>
                  </a:cubicBezTo>
                  <a:cubicBezTo>
                    <a:pt x="1050080" y="4316729"/>
                    <a:pt x="1000624" y="4218940"/>
                    <a:pt x="956919" y="4102100"/>
                  </a:cubicBezTo>
                  <a:cubicBezTo>
                    <a:pt x="907463" y="3971290"/>
                    <a:pt x="856856" y="3808729"/>
                    <a:pt x="839604" y="3670300"/>
                  </a:cubicBezTo>
                  <a:cubicBezTo>
                    <a:pt x="824652" y="3548379"/>
                    <a:pt x="830403" y="3434079"/>
                    <a:pt x="843055" y="3318510"/>
                  </a:cubicBezTo>
                  <a:cubicBezTo>
                    <a:pt x="856856" y="3205479"/>
                    <a:pt x="874108" y="3091180"/>
                    <a:pt x="916664" y="2985770"/>
                  </a:cubicBezTo>
                  <a:cubicBezTo>
                    <a:pt x="962670" y="2874010"/>
                    <a:pt x="1045480" y="2773680"/>
                    <a:pt x="1115639" y="2669540"/>
                  </a:cubicBezTo>
                  <a:cubicBezTo>
                    <a:pt x="1188098" y="2562860"/>
                    <a:pt x="1275508" y="2466340"/>
                    <a:pt x="1344517" y="2352040"/>
                  </a:cubicBezTo>
                  <a:cubicBezTo>
                    <a:pt x="1415826" y="2233930"/>
                    <a:pt x="1484835" y="2101850"/>
                    <a:pt x="1535441" y="1972310"/>
                  </a:cubicBezTo>
                  <a:cubicBezTo>
                    <a:pt x="1582597" y="1845310"/>
                    <a:pt x="1610200" y="1713230"/>
                    <a:pt x="1640104" y="1583690"/>
                  </a:cubicBezTo>
                  <a:cubicBezTo>
                    <a:pt x="1671158" y="1454150"/>
                    <a:pt x="1707962" y="1322070"/>
                    <a:pt x="1720614" y="1193800"/>
                  </a:cubicBezTo>
                  <a:cubicBezTo>
                    <a:pt x="1732115" y="1073150"/>
                    <a:pt x="1726365" y="955040"/>
                    <a:pt x="1714863" y="834390"/>
                  </a:cubicBezTo>
                  <a:cubicBezTo>
                    <a:pt x="1702212" y="707390"/>
                    <a:pt x="1652755" y="543560"/>
                    <a:pt x="1642404" y="450850"/>
                  </a:cubicBezTo>
                  <a:cubicBezTo>
                    <a:pt x="1636654" y="400050"/>
                    <a:pt x="1633203" y="369570"/>
                    <a:pt x="1637804" y="330200"/>
                  </a:cubicBezTo>
                  <a:cubicBezTo>
                    <a:pt x="1642404" y="290830"/>
                    <a:pt x="1653906" y="250190"/>
                    <a:pt x="1668858" y="214630"/>
                  </a:cubicBezTo>
                  <a:cubicBezTo>
                    <a:pt x="1684960" y="177800"/>
                    <a:pt x="1706812" y="143510"/>
                    <a:pt x="1732115" y="115570"/>
                  </a:cubicBezTo>
                  <a:cubicBezTo>
                    <a:pt x="1757418" y="86360"/>
                    <a:pt x="1788472" y="60960"/>
                    <a:pt x="1820676" y="43180"/>
                  </a:cubicBezTo>
                  <a:cubicBezTo>
                    <a:pt x="1852880" y="25400"/>
                    <a:pt x="1889685" y="12700"/>
                    <a:pt x="1925339" y="6350"/>
                  </a:cubicBezTo>
                  <a:cubicBezTo>
                    <a:pt x="1960994" y="0"/>
                    <a:pt x="1998949" y="1270"/>
                    <a:pt x="2034603" y="8890"/>
                  </a:cubicBezTo>
                  <a:cubicBezTo>
                    <a:pt x="2070258" y="15240"/>
                    <a:pt x="2105912" y="29210"/>
                    <a:pt x="2138116" y="49530"/>
                  </a:cubicBezTo>
                  <a:cubicBezTo>
                    <a:pt x="2169170" y="68580"/>
                    <a:pt x="2200224" y="93980"/>
                    <a:pt x="2224377" y="123190"/>
                  </a:cubicBezTo>
                  <a:cubicBezTo>
                    <a:pt x="2248530" y="153670"/>
                    <a:pt x="2269232" y="189230"/>
                    <a:pt x="2284184" y="224790"/>
                  </a:cubicBezTo>
                  <a:cubicBezTo>
                    <a:pt x="2299136" y="261620"/>
                    <a:pt x="2308337" y="302260"/>
                    <a:pt x="2311788" y="342900"/>
                  </a:cubicBezTo>
                  <a:cubicBezTo>
                    <a:pt x="2315238" y="382270"/>
                    <a:pt x="2312938" y="424180"/>
                    <a:pt x="2304887" y="463550"/>
                  </a:cubicBezTo>
                  <a:cubicBezTo>
                    <a:pt x="2295686" y="501650"/>
                    <a:pt x="2280734" y="541020"/>
                    <a:pt x="2262331" y="575310"/>
                  </a:cubicBezTo>
                  <a:cubicBezTo>
                    <a:pt x="2242779" y="608330"/>
                    <a:pt x="2217476" y="640080"/>
                    <a:pt x="2189872" y="665480"/>
                  </a:cubicBezTo>
                  <a:cubicBezTo>
                    <a:pt x="2162269" y="690880"/>
                    <a:pt x="2128915" y="712470"/>
                    <a:pt x="2094411" y="726440"/>
                  </a:cubicBezTo>
                  <a:cubicBezTo>
                    <a:pt x="2061056" y="740410"/>
                    <a:pt x="2023101" y="749300"/>
                    <a:pt x="1987447" y="750570"/>
                  </a:cubicBezTo>
                  <a:cubicBezTo>
                    <a:pt x="1951793" y="751840"/>
                    <a:pt x="1912688" y="746760"/>
                    <a:pt x="1878184" y="735330"/>
                  </a:cubicBezTo>
                  <a:cubicBezTo>
                    <a:pt x="1843679" y="723900"/>
                    <a:pt x="1809175" y="706120"/>
                    <a:pt x="1779271" y="683260"/>
                  </a:cubicBezTo>
                  <a:cubicBezTo>
                    <a:pt x="1750518" y="660400"/>
                    <a:pt x="1722914" y="629920"/>
                    <a:pt x="1701061" y="598170"/>
                  </a:cubicBezTo>
                  <a:cubicBezTo>
                    <a:pt x="1680359" y="566420"/>
                    <a:pt x="1661957" y="528320"/>
                    <a:pt x="1651605" y="490220"/>
                  </a:cubicBezTo>
                  <a:cubicBezTo>
                    <a:pt x="1640104" y="452120"/>
                    <a:pt x="1635503" y="410210"/>
                    <a:pt x="1635503" y="370840"/>
                  </a:cubicBezTo>
                  <a:cubicBezTo>
                    <a:pt x="1636654" y="330200"/>
                    <a:pt x="1642404" y="289560"/>
                    <a:pt x="1655056" y="251460"/>
                  </a:cubicBezTo>
                  <a:cubicBezTo>
                    <a:pt x="1666557" y="213360"/>
                    <a:pt x="1686110" y="176530"/>
                    <a:pt x="1707962" y="144780"/>
                  </a:cubicBezTo>
                  <a:cubicBezTo>
                    <a:pt x="1729815" y="114300"/>
                    <a:pt x="1758569" y="85090"/>
                    <a:pt x="1788472" y="63500"/>
                  </a:cubicBezTo>
                  <a:cubicBezTo>
                    <a:pt x="1819526" y="41910"/>
                    <a:pt x="1854031" y="24130"/>
                    <a:pt x="1889685" y="13970"/>
                  </a:cubicBezTo>
                  <a:cubicBezTo>
                    <a:pt x="1924189" y="5080"/>
                    <a:pt x="1962144" y="0"/>
                    <a:pt x="1997798" y="3810"/>
                  </a:cubicBezTo>
                  <a:cubicBezTo>
                    <a:pt x="2034603" y="6350"/>
                    <a:pt x="2071408" y="16510"/>
                    <a:pt x="2104762" y="31750"/>
                  </a:cubicBezTo>
                  <a:cubicBezTo>
                    <a:pt x="2138116" y="46990"/>
                    <a:pt x="2171470" y="68580"/>
                    <a:pt x="2197924" y="95250"/>
                  </a:cubicBezTo>
                  <a:cubicBezTo>
                    <a:pt x="2225527" y="121920"/>
                    <a:pt x="2249680" y="154940"/>
                    <a:pt x="2268082" y="189230"/>
                  </a:cubicBezTo>
                  <a:cubicBezTo>
                    <a:pt x="2285334" y="223520"/>
                    <a:pt x="2294536" y="255270"/>
                    <a:pt x="2307187" y="302260"/>
                  </a:cubicBezTo>
                  <a:cubicBezTo>
                    <a:pt x="2324439" y="372110"/>
                    <a:pt x="2340541" y="473710"/>
                    <a:pt x="2355493" y="571500"/>
                  </a:cubicBezTo>
                  <a:cubicBezTo>
                    <a:pt x="2372745" y="684530"/>
                    <a:pt x="2399198" y="815340"/>
                    <a:pt x="2403799" y="942340"/>
                  </a:cubicBezTo>
                  <a:cubicBezTo>
                    <a:pt x="2408400" y="1073150"/>
                    <a:pt x="2396898" y="1209040"/>
                    <a:pt x="2380796" y="1346200"/>
                  </a:cubicBezTo>
                  <a:cubicBezTo>
                    <a:pt x="2362394" y="1488440"/>
                    <a:pt x="2330190" y="1629410"/>
                    <a:pt x="2295686" y="1780540"/>
                  </a:cubicBezTo>
                  <a:cubicBezTo>
                    <a:pt x="2257731" y="1945640"/>
                    <a:pt x="2219776" y="2127250"/>
                    <a:pt x="2157668" y="2296160"/>
                  </a:cubicBezTo>
                  <a:cubicBezTo>
                    <a:pt x="2092110" y="2471420"/>
                    <a:pt x="1992048" y="2669540"/>
                    <a:pt x="1910388" y="2810510"/>
                  </a:cubicBezTo>
                  <a:cubicBezTo>
                    <a:pt x="1847130" y="2918460"/>
                    <a:pt x="1780421" y="2980690"/>
                    <a:pt x="1722914" y="3082290"/>
                  </a:cubicBezTo>
                  <a:cubicBezTo>
                    <a:pt x="1656206" y="3197860"/>
                    <a:pt x="1554993" y="3343910"/>
                    <a:pt x="1541192" y="3470910"/>
                  </a:cubicBezTo>
                  <a:cubicBezTo>
                    <a:pt x="1528540" y="3585210"/>
                    <a:pt x="1572245" y="3703320"/>
                    <a:pt x="1611350" y="3808729"/>
                  </a:cubicBezTo>
                  <a:cubicBezTo>
                    <a:pt x="1650455" y="3911600"/>
                    <a:pt x="1716013" y="4001770"/>
                    <a:pt x="1774671" y="4094479"/>
                  </a:cubicBezTo>
                  <a:cubicBezTo>
                    <a:pt x="1834478" y="4189729"/>
                    <a:pt x="1906937" y="4269740"/>
                    <a:pt x="1969045" y="4370070"/>
                  </a:cubicBezTo>
                  <a:cubicBezTo>
                    <a:pt x="2038053" y="4480560"/>
                    <a:pt x="2124314" y="4602479"/>
                    <a:pt x="2168020" y="4732020"/>
                  </a:cubicBezTo>
                  <a:cubicBezTo>
                    <a:pt x="2211725" y="4860290"/>
                    <a:pt x="2239329" y="5006340"/>
                    <a:pt x="2230127" y="5143500"/>
                  </a:cubicBezTo>
                  <a:cubicBezTo>
                    <a:pt x="2220926" y="5287010"/>
                    <a:pt x="2165720" y="5453379"/>
                    <a:pt x="2104762" y="5576570"/>
                  </a:cubicBezTo>
                  <a:cubicBezTo>
                    <a:pt x="2049555" y="5688329"/>
                    <a:pt x="1965594" y="5772150"/>
                    <a:pt x="1894286" y="5863590"/>
                  </a:cubicBezTo>
                  <a:cubicBezTo>
                    <a:pt x="1825277" y="5951220"/>
                    <a:pt x="1750518" y="6027420"/>
                    <a:pt x="1682659" y="6115050"/>
                  </a:cubicBezTo>
                  <a:cubicBezTo>
                    <a:pt x="1613651" y="6203950"/>
                    <a:pt x="1538891" y="6287770"/>
                    <a:pt x="1484835" y="6391910"/>
                  </a:cubicBezTo>
                  <a:cubicBezTo>
                    <a:pt x="1426177" y="6503670"/>
                    <a:pt x="1356019" y="6643370"/>
                    <a:pt x="1347968" y="6766560"/>
                  </a:cubicBezTo>
                  <a:cubicBezTo>
                    <a:pt x="1339917" y="6879589"/>
                    <a:pt x="1387072" y="6993889"/>
                    <a:pt x="1421577" y="7101839"/>
                  </a:cubicBezTo>
                  <a:cubicBezTo>
                    <a:pt x="1454931" y="7209789"/>
                    <a:pt x="1496336" y="7291070"/>
                    <a:pt x="1551543" y="7411720"/>
                  </a:cubicBezTo>
                  <a:cubicBezTo>
                    <a:pt x="1633203" y="7588250"/>
                    <a:pt x="1809175" y="7863839"/>
                    <a:pt x="1871283" y="8056879"/>
                  </a:cubicBezTo>
                  <a:cubicBezTo>
                    <a:pt x="1917288" y="8197850"/>
                    <a:pt x="1946042" y="8319770"/>
                    <a:pt x="1936841" y="8445500"/>
                  </a:cubicBezTo>
                  <a:cubicBezTo>
                    <a:pt x="1928790" y="8569960"/>
                    <a:pt x="1878184" y="8698229"/>
                    <a:pt x="1821827" y="8809989"/>
                  </a:cubicBezTo>
                  <a:cubicBezTo>
                    <a:pt x="1763169" y="8925560"/>
                    <a:pt x="1668858" y="9030970"/>
                    <a:pt x="1590648" y="9127489"/>
                  </a:cubicBezTo>
                  <a:cubicBezTo>
                    <a:pt x="1519339" y="9215120"/>
                    <a:pt x="1443429" y="9282429"/>
                    <a:pt x="1374421" y="9367520"/>
                  </a:cubicBezTo>
                  <a:cubicBezTo>
                    <a:pt x="1301962" y="9456420"/>
                    <a:pt x="1215701" y="9546589"/>
                    <a:pt x="1166245" y="9652000"/>
                  </a:cubicBezTo>
                  <a:cubicBezTo>
                    <a:pt x="1116789" y="9756139"/>
                    <a:pt x="1081134" y="9879329"/>
                    <a:pt x="1075384" y="9996170"/>
                  </a:cubicBezTo>
                  <a:cubicBezTo>
                    <a:pt x="1069633" y="10111739"/>
                    <a:pt x="1089185" y="10245089"/>
                    <a:pt x="1132891" y="10347960"/>
                  </a:cubicBezTo>
                  <a:cubicBezTo>
                    <a:pt x="1174296" y="10449560"/>
                    <a:pt x="1264007" y="10520679"/>
                    <a:pt x="1323815" y="10610850"/>
                  </a:cubicBezTo>
                  <a:cubicBezTo>
                    <a:pt x="1384772" y="10701020"/>
                    <a:pt x="1437679" y="10784839"/>
                    <a:pt x="1494036" y="10887710"/>
                  </a:cubicBezTo>
                  <a:cubicBezTo>
                    <a:pt x="1560744" y="11008360"/>
                    <a:pt x="1644704" y="11159489"/>
                    <a:pt x="1691860" y="11291570"/>
                  </a:cubicBezTo>
                  <a:cubicBezTo>
                    <a:pt x="1732115" y="11405870"/>
                    <a:pt x="1764319" y="11512550"/>
                    <a:pt x="1772370" y="11629389"/>
                  </a:cubicBezTo>
                  <a:cubicBezTo>
                    <a:pt x="1781571" y="11747500"/>
                    <a:pt x="1768920" y="11878310"/>
                    <a:pt x="1737866" y="11995150"/>
                  </a:cubicBezTo>
                  <a:cubicBezTo>
                    <a:pt x="1705662" y="12113260"/>
                    <a:pt x="1642404" y="12223750"/>
                    <a:pt x="1582597" y="12330429"/>
                  </a:cubicBezTo>
                  <a:cubicBezTo>
                    <a:pt x="1521639" y="12439650"/>
                    <a:pt x="1461832" y="12529820"/>
                    <a:pt x="1374421" y="12644120"/>
                  </a:cubicBezTo>
                  <a:cubicBezTo>
                    <a:pt x="1254806" y="12800329"/>
                    <a:pt x="1045480" y="13004800"/>
                    <a:pt x="917814" y="13166089"/>
                  </a:cubicBezTo>
                  <a:cubicBezTo>
                    <a:pt x="816601" y="13294359"/>
                    <a:pt x="690086" y="13399770"/>
                    <a:pt x="660182" y="13525500"/>
                  </a:cubicBezTo>
                  <a:cubicBezTo>
                    <a:pt x="632578" y="13633450"/>
                    <a:pt x="669383" y="13729970"/>
                    <a:pt x="703887" y="13863320"/>
                  </a:cubicBezTo>
                  <a:cubicBezTo>
                    <a:pt x="757944" y="14075409"/>
                    <a:pt x="902862" y="14414500"/>
                    <a:pt x="1016726" y="14655800"/>
                  </a:cubicBezTo>
                  <a:cubicBezTo>
                    <a:pt x="1119089" y="14871700"/>
                    <a:pt x="1295061" y="15144750"/>
                    <a:pt x="1345667" y="15248889"/>
                  </a:cubicBezTo>
                  <a:cubicBezTo>
                    <a:pt x="1362919" y="15284450"/>
                    <a:pt x="1368670" y="15297150"/>
                    <a:pt x="1376721" y="15323820"/>
                  </a:cubicBezTo>
                  <a:cubicBezTo>
                    <a:pt x="1383622" y="15349220"/>
                    <a:pt x="1388223" y="15377159"/>
                    <a:pt x="1390523" y="15403830"/>
                  </a:cubicBezTo>
                  <a:cubicBezTo>
                    <a:pt x="1391673" y="15430500"/>
                    <a:pt x="1390523" y="15458439"/>
                    <a:pt x="1385922" y="15485109"/>
                  </a:cubicBezTo>
                  <a:cubicBezTo>
                    <a:pt x="1381322" y="15511780"/>
                    <a:pt x="1374421" y="15539720"/>
                    <a:pt x="1364070" y="15563850"/>
                  </a:cubicBezTo>
                  <a:cubicBezTo>
                    <a:pt x="1353718" y="15589250"/>
                    <a:pt x="1341067" y="15613380"/>
                    <a:pt x="1326115" y="15634970"/>
                  </a:cubicBezTo>
                  <a:cubicBezTo>
                    <a:pt x="1311163" y="15655289"/>
                    <a:pt x="1292761" y="15675609"/>
                    <a:pt x="1274358" y="15692120"/>
                  </a:cubicBezTo>
                  <a:cubicBezTo>
                    <a:pt x="1254806" y="15709900"/>
                    <a:pt x="1232953" y="15723870"/>
                    <a:pt x="1209950" y="15735300"/>
                  </a:cubicBezTo>
                  <a:cubicBezTo>
                    <a:pt x="1188098" y="15746730"/>
                    <a:pt x="1163945" y="15755620"/>
                    <a:pt x="1139792" y="15760700"/>
                  </a:cubicBezTo>
                  <a:cubicBezTo>
                    <a:pt x="1115639" y="15764509"/>
                    <a:pt x="1090335" y="15767050"/>
                    <a:pt x="1066182" y="15765780"/>
                  </a:cubicBezTo>
                  <a:cubicBezTo>
                    <a:pt x="1040879" y="15764509"/>
                    <a:pt x="1015576" y="15759430"/>
                    <a:pt x="992573" y="15750539"/>
                  </a:cubicBezTo>
                  <a:cubicBezTo>
                    <a:pt x="969570" y="15742920"/>
                    <a:pt x="945417" y="15731489"/>
                    <a:pt x="924715" y="15717520"/>
                  </a:cubicBezTo>
                  <a:cubicBezTo>
                    <a:pt x="904012" y="15703550"/>
                    <a:pt x="883310" y="15687039"/>
                    <a:pt x="866057" y="15667989"/>
                  </a:cubicBezTo>
                  <a:cubicBezTo>
                    <a:pt x="848805" y="15648939"/>
                    <a:pt x="820052" y="15603220"/>
                    <a:pt x="820052" y="15603220"/>
                  </a:cubicBezTo>
                </a:path>
              </a:pathLst>
            </a:custGeom>
            <a:solidFill>
              <a:srgbClr val="002E3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C009CA3-226C-605D-7580-D8A61A01DC2D}"/>
              </a:ext>
            </a:extLst>
          </p:cNvPr>
          <p:cNvSpPr/>
          <p:nvPr/>
        </p:nvSpPr>
        <p:spPr>
          <a:xfrm>
            <a:off x="12110595" y="6362700"/>
            <a:ext cx="3739005" cy="39243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Рисунок 3" descr="Изображение выглядит как Мобильный телефон, гаджет, снимок экрана, Портативное устройство связи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5362A4F-7608-CD66-FBCC-EC808514B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1840" y="5293472"/>
            <a:ext cx="4880733" cy="9354739"/>
          </a:xfrm>
          <a:prstGeom prst="rect">
            <a:avLst/>
          </a:prstGeom>
          <a:noFill/>
        </p:spPr>
      </p:pic>
      <p:pic>
        <p:nvPicPr>
          <p:cNvPr id="10" name="Рисунок 9" descr="Изображение выглядит как черный, темнот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C86D954-7D13-71EC-5801-9E4A075117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401" y="4032327"/>
            <a:ext cx="1230135" cy="1230135"/>
          </a:xfrm>
          <a:prstGeom prst="rect">
            <a:avLst/>
          </a:prstGeom>
        </p:spPr>
      </p:pic>
      <p:grpSp>
        <p:nvGrpSpPr>
          <p:cNvPr id="13" name="Group 3">
            <a:extLst>
              <a:ext uri="{FF2B5EF4-FFF2-40B4-BE49-F238E27FC236}">
                <a16:creationId xmlns:a16="http://schemas.microsoft.com/office/drawing/2014/main" id="{5B75502D-BCF3-8341-7FC6-7282825739F9}"/>
              </a:ext>
            </a:extLst>
          </p:cNvPr>
          <p:cNvGrpSpPr/>
          <p:nvPr/>
        </p:nvGrpSpPr>
        <p:grpSpPr>
          <a:xfrm rot="2190851">
            <a:off x="569837" y="-4615815"/>
            <a:ext cx="1870996" cy="11898630"/>
            <a:chOff x="0" y="0"/>
            <a:chExt cx="2494661" cy="15864840"/>
          </a:xfrm>
        </p:grpSpPr>
        <p:sp>
          <p:nvSpPr>
            <p:cNvPr id="14" name="Freeform 4">
              <a:extLst>
                <a:ext uri="{FF2B5EF4-FFF2-40B4-BE49-F238E27FC236}">
                  <a16:creationId xmlns:a16="http://schemas.microsoft.com/office/drawing/2014/main" id="{42A1BBE5-E85A-90DF-AA5C-044173499273}"/>
                </a:ext>
              </a:extLst>
            </p:cNvPr>
            <p:cNvSpPr/>
            <p:nvPr/>
          </p:nvSpPr>
          <p:spPr>
            <a:xfrm>
              <a:off x="44856" y="46991"/>
              <a:ext cx="2408400" cy="15767050"/>
            </a:xfrm>
            <a:custGeom>
              <a:avLst/>
              <a:gdLst/>
              <a:ahLst/>
              <a:cxnLst/>
              <a:rect l="l" t="t" r="r" b="b"/>
              <a:pathLst>
                <a:path w="2408400" h="15767050">
                  <a:moveTo>
                    <a:pt x="820052" y="15603220"/>
                  </a:moveTo>
                  <a:cubicBezTo>
                    <a:pt x="377247" y="14794230"/>
                    <a:pt x="259932" y="14508480"/>
                    <a:pt x="182872" y="14314170"/>
                  </a:cubicBezTo>
                  <a:cubicBezTo>
                    <a:pt x="129966" y="14180820"/>
                    <a:pt x="89711" y="14086839"/>
                    <a:pt x="58657" y="13971270"/>
                  </a:cubicBezTo>
                  <a:cubicBezTo>
                    <a:pt x="29903" y="13858239"/>
                    <a:pt x="3450" y="13742670"/>
                    <a:pt x="1150" y="13627100"/>
                  </a:cubicBezTo>
                  <a:cubicBezTo>
                    <a:pt x="0" y="13511530"/>
                    <a:pt x="10351" y="13399770"/>
                    <a:pt x="51756" y="13276580"/>
                  </a:cubicBezTo>
                  <a:cubicBezTo>
                    <a:pt x="105813" y="13116559"/>
                    <a:pt x="223127" y="12932410"/>
                    <a:pt x="340442" y="12767310"/>
                  </a:cubicBezTo>
                  <a:cubicBezTo>
                    <a:pt x="471558" y="12583160"/>
                    <a:pt x="693536" y="12383770"/>
                    <a:pt x="813151" y="12231370"/>
                  </a:cubicBezTo>
                  <a:cubicBezTo>
                    <a:pt x="895961" y="12125960"/>
                    <a:pt x="962669" y="12054839"/>
                    <a:pt x="1006375" y="11953239"/>
                  </a:cubicBezTo>
                  <a:cubicBezTo>
                    <a:pt x="1048930" y="11854179"/>
                    <a:pt x="1089185" y="11736070"/>
                    <a:pt x="1077684" y="11631929"/>
                  </a:cubicBezTo>
                  <a:cubicBezTo>
                    <a:pt x="1067333" y="11523979"/>
                    <a:pt x="990273" y="11421110"/>
                    <a:pt x="935066" y="11318239"/>
                  </a:cubicBezTo>
                  <a:cubicBezTo>
                    <a:pt x="876409" y="11212829"/>
                    <a:pt x="802800" y="11107420"/>
                    <a:pt x="733791" y="11005820"/>
                  </a:cubicBezTo>
                  <a:cubicBezTo>
                    <a:pt x="665933" y="10906760"/>
                    <a:pt x="581972" y="10824210"/>
                    <a:pt x="524465" y="10716260"/>
                  </a:cubicBezTo>
                  <a:cubicBezTo>
                    <a:pt x="464657" y="10601960"/>
                    <a:pt x="410601" y="10460989"/>
                    <a:pt x="387598" y="10336529"/>
                  </a:cubicBezTo>
                  <a:cubicBezTo>
                    <a:pt x="366895" y="10222229"/>
                    <a:pt x="373796" y="10116820"/>
                    <a:pt x="380697" y="9998710"/>
                  </a:cubicBezTo>
                  <a:cubicBezTo>
                    <a:pt x="388748" y="9865360"/>
                    <a:pt x="400249" y="9710420"/>
                    <a:pt x="437054" y="9577070"/>
                  </a:cubicBezTo>
                  <a:cubicBezTo>
                    <a:pt x="472708" y="9447529"/>
                    <a:pt x="534816" y="9319260"/>
                    <a:pt x="595774" y="9207500"/>
                  </a:cubicBezTo>
                  <a:cubicBezTo>
                    <a:pt x="652131" y="9107170"/>
                    <a:pt x="706188" y="9039860"/>
                    <a:pt x="784397" y="8934450"/>
                  </a:cubicBezTo>
                  <a:cubicBezTo>
                    <a:pt x="899412" y="8782050"/>
                    <a:pt x="1211100" y="8585200"/>
                    <a:pt x="1231803" y="8387079"/>
                  </a:cubicBezTo>
                  <a:cubicBezTo>
                    <a:pt x="1252506" y="8192770"/>
                    <a:pt x="1000624" y="7938770"/>
                    <a:pt x="916664" y="7758429"/>
                  </a:cubicBezTo>
                  <a:cubicBezTo>
                    <a:pt x="855706" y="7625079"/>
                    <a:pt x="810851" y="7522210"/>
                    <a:pt x="769445" y="7405370"/>
                  </a:cubicBezTo>
                  <a:cubicBezTo>
                    <a:pt x="730341" y="7296150"/>
                    <a:pt x="694686" y="7192010"/>
                    <a:pt x="672833" y="7080250"/>
                  </a:cubicBezTo>
                  <a:cubicBezTo>
                    <a:pt x="650981" y="6964679"/>
                    <a:pt x="634879" y="6846570"/>
                    <a:pt x="638329" y="6722110"/>
                  </a:cubicBezTo>
                  <a:cubicBezTo>
                    <a:pt x="642930" y="6584950"/>
                    <a:pt x="660182" y="6422390"/>
                    <a:pt x="705037" y="6292850"/>
                  </a:cubicBezTo>
                  <a:cubicBezTo>
                    <a:pt x="747593" y="6168390"/>
                    <a:pt x="826953" y="6064250"/>
                    <a:pt x="894811" y="5955029"/>
                  </a:cubicBezTo>
                  <a:cubicBezTo>
                    <a:pt x="960369" y="5849620"/>
                    <a:pt x="1030528" y="5746750"/>
                    <a:pt x="1105287" y="5647690"/>
                  </a:cubicBezTo>
                  <a:cubicBezTo>
                    <a:pt x="1181197" y="5548629"/>
                    <a:pt x="1275508" y="5455920"/>
                    <a:pt x="1349118" y="5360670"/>
                  </a:cubicBezTo>
                  <a:cubicBezTo>
                    <a:pt x="1418126" y="5271770"/>
                    <a:pt x="1530840" y="5193029"/>
                    <a:pt x="1536591" y="5096510"/>
                  </a:cubicBezTo>
                  <a:cubicBezTo>
                    <a:pt x="1541192" y="4989829"/>
                    <a:pt x="1412376" y="4859020"/>
                    <a:pt x="1342217" y="4745990"/>
                  </a:cubicBezTo>
                  <a:cubicBezTo>
                    <a:pt x="1270908" y="4632960"/>
                    <a:pt x="1177746" y="4531360"/>
                    <a:pt x="1112188" y="4420870"/>
                  </a:cubicBezTo>
                  <a:cubicBezTo>
                    <a:pt x="1050080" y="4316729"/>
                    <a:pt x="1000624" y="4218940"/>
                    <a:pt x="956919" y="4102100"/>
                  </a:cubicBezTo>
                  <a:cubicBezTo>
                    <a:pt x="907463" y="3971290"/>
                    <a:pt x="856856" y="3808729"/>
                    <a:pt x="839604" y="3670300"/>
                  </a:cubicBezTo>
                  <a:cubicBezTo>
                    <a:pt x="824652" y="3548379"/>
                    <a:pt x="830403" y="3434079"/>
                    <a:pt x="843055" y="3318510"/>
                  </a:cubicBezTo>
                  <a:cubicBezTo>
                    <a:pt x="856856" y="3205479"/>
                    <a:pt x="874108" y="3091180"/>
                    <a:pt x="916664" y="2985770"/>
                  </a:cubicBezTo>
                  <a:cubicBezTo>
                    <a:pt x="962670" y="2874010"/>
                    <a:pt x="1045480" y="2773680"/>
                    <a:pt x="1115639" y="2669540"/>
                  </a:cubicBezTo>
                  <a:cubicBezTo>
                    <a:pt x="1188098" y="2562860"/>
                    <a:pt x="1275508" y="2466340"/>
                    <a:pt x="1344517" y="2352040"/>
                  </a:cubicBezTo>
                  <a:cubicBezTo>
                    <a:pt x="1415826" y="2233930"/>
                    <a:pt x="1484835" y="2101850"/>
                    <a:pt x="1535441" y="1972310"/>
                  </a:cubicBezTo>
                  <a:cubicBezTo>
                    <a:pt x="1582597" y="1845310"/>
                    <a:pt x="1610200" y="1713230"/>
                    <a:pt x="1640104" y="1583690"/>
                  </a:cubicBezTo>
                  <a:cubicBezTo>
                    <a:pt x="1671158" y="1454150"/>
                    <a:pt x="1707962" y="1322070"/>
                    <a:pt x="1720614" y="1193800"/>
                  </a:cubicBezTo>
                  <a:cubicBezTo>
                    <a:pt x="1732115" y="1073150"/>
                    <a:pt x="1726365" y="955040"/>
                    <a:pt x="1714863" y="834390"/>
                  </a:cubicBezTo>
                  <a:cubicBezTo>
                    <a:pt x="1702212" y="707390"/>
                    <a:pt x="1652755" y="543560"/>
                    <a:pt x="1642404" y="450850"/>
                  </a:cubicBezTo>
                  <a:cubicBezTo>
                    <a:pt x="1636654" y="400050"/>
                    <a:pt x="1633203" y="369570"/>
                    <a:pt x="1637804" y="330200"/>
                  </a:cubicBezTo>
                  <a:cubicBezTo>
                    <a:pt x="1642404" y="290830"/>
                    <a:pt x="1653906" y="250190"/>
                    <a:pt x="1668858" y="214630"/>
                  </a:cubicBezTo>
                  <a:cubicBezTo>
                    <a:pt x="1684960" y="177800"/>
                    <a:pt x="1706812" y="143510"/>
                    <a:pt x="1732115" y="115570"/>
                  </a:cubicBezTo>
                  <a:cubicBezTo>
                    <a:pt x="1757418" y="86360"/>
                    <a:pt x="1788472" y="60960"/>
                    <a:pt x="1820676" y="43180"/>
                  </a:cubicBezTo>
                  <a:cubicBezTo>
                    <a:pt x="1852880" y="25400"/>
                    <a:pt x="1889685" y="12700"/>
                    <a:pt x="1925339" y="6350"/>
                  </a:cubicBezTo>
                  <a:cubicBezTo>
                    <a:pt x="1960994" y="0"/>
                    <a:pt x="1998949" y="1270"/>
                    <a:pt x="2034603" y="8890"/>
                  </a:cubicBezTo>
                  <a:cubicBezTo>
                    <a:pt x="2070258" y="15240"/>
                    <a:pt x="2105912" y="29210"/>
                    <a:pt x="2138116" y="49530"/>
                  </a:cubicBezTo>
                  <a:cubicBezTo>
                    <a:pt x="2169170" y="68580"/>
                    <a:pt x="2200224" y="93980"/>
                    <a:pt x="2224377" y="123190"/>
                  </a:cubicBezTo>
                  <a:cubicBezTo>
                    <a:pt x="2248530" y="153670"/>
                    <a:pt x="2269232" y="189230"/>
                    <a:pt x="2284184" y="224790"/>
                  </a:cubicBezTo>
                  <a:cubicBezTo>
                    <a:pt x="2299136" y="261620"/>
                    <a:pt x="2308337" y="302260"/>
                    <a:pt x="2311788" y="342900"/>
                  </a:cubicBezTo>
                  <a:cubicBezTo>
                    <a:pt x="2315238" y="382270"/>
                    <a:pt x="2312938" y="424180"/>
                    <a:pt x="2304887" y="463550"/>
                  </a:cubicBezTo>
                  <a:cubicBezTo>
                    <a:pt x="2295686" y="501650"/>
                    <a:pt x="2280734" y="541020"/>
                    <a:pt x="2262331" y="575310"/>
                  </a:cubicBezTo>
                  <a:cubicBezTo>
                    <a:pt x="2242779" y="608330"/>
                    <a:pt x="2217476" y="640080"/>
                    <a:pt x="2189872" y="665480"/>
                  </a:cubicBezTo>
                  <a:cubicBezTo>
                    <a:pt x="2162269" y="690880"/>
                    <a:pt x="2128915" y="712470"/>
                    <a:pt x="2094411" y="726440"/>
                  </a:cubicBezTo>
                  <a:cubicBezTo>
                    <a:pt x="2061056" y="740410"/>
                    <a:pt x="2023101" y="749300"/>
                    <a:pt x="1987447" y="750570"/>
                  </a:cubicBezTo>
                  <a:cubicBezTo>
                    <a:pt x="1951793" y="751840"/>
                    <a:pt x="1912688" y="746760"/>
                    <a:pt x="1878184" y="735330"/>
                  </a:cubicBezTo>
                  <a:cubicBezTo>
                    <a:pt x="1843679" y="723900"/>
                    <a:pt x="1809175" y="706120"/>
                    <a:pt x="1779271" y="683260"/>
                  </a:cubicBezTo>
                  <a:cubicBezTo>
                    <a:pt x="1750518" y="660400"/>
                    <a:pt x="1722914" y="629920"/>
                    <a:pt x="1701061" y="598170"/>
                  </a:cubicBezTo>
                  <a:cubicBezTo>
                    <a:pt x="1680359" y="566420"/>
                    <a:pt x="1661957" y="528320"/>
                    <a:pt x="1651605" y="490220"/>
                  </a:cubicBezTo>
                  <a:cubicBezTo>
                    <a:pt x="1640104" y="452120"/>
                    <a:pt x="1635503" y="410210"/>
                    <a:pt x="1635503" y="370840"/>
                  </a:cubicBezTo>
                  <a:cubicBezTo>
                    <a:pt x="1636654" y="330200"/>
                    <a:pt x="1642404" y="289560"/>
                    <a:pt x="1655056" y="251460"/>
                  </a:cubicBezTo>
                  <a:cubicBezTo>
                    <a:pt x="1666557" y="213360"/>
                    <a:pt x="1686110" y="176530"/>
                    <a:pt x="1707962" y="144780"/>
                  </a:cubicBezTo>
                  <a:cubicBezTo>
                    <a:pt x="1729815" y="114300"/>
                    <a:pt x="1758569" y="85090"/>
                    <a:pt x="1788472" y="63500"/>
                  </a:cubicBezTo>
                  <a:cubicBezTo>
                    <a:pt x="1819526" y="41910"/>
                    <a:pt x="1854031" y="24130"/>
                    <a:pt x="1889685" y="13970"/>
                  </a:cubicBezTo>
                  <a:cubicBezTo>
                    <a:pt x="1924189" y="5080"/>
                    <a:pt x="1962144" y="0"/>
                    <a:pt x="1997798" y="3810"/>
                  </a:cubicBezTo>
                  <a:cubicBezTo>
                    <a:pt x="2034603" y="6350"/>
                    <a:pt x="2071408" y="16510"/>
                    <a:pt x="2104762" y="31750"/>
                  </a:cubicBezTo>
                  <a:cubicBezTo>
                    <a:pt x="2138116" y="46990"/>
                    <a:pt x="2171470" y="68580"/>
                    <a:pt x="2197924" y="95250"/>
                  </a:cubicBezTo>
                  <a:cubicBezTo>
                    <a:pt x="2225527" y="121920"/>
                    <a:pt x="2249680" y="154940"/>
                    <a:pt x="2268082" y="189230"/>
                  </a:cubicBezTo>
                  <a:cubicBezTo>
                    <a:pt x="2285334" y="223520"/>
                    <a:pt x="2294536" y="255270"/>
                    <a:pt x="2307187" y="302260"/>
                  </a:cubicBezTo>
                  <a:cubicBezTo>
                    <a:pt x="2324439" y="372110"/>
                    <a:pt x="2340541" y="473710"/>
                    <a:pt x="2355493" y="571500"/>
                  </a:cubicBezTo>
                  <a:cubicBezTo>
                    <a:pt x="2372745" y="684530"/>
                    <a:pt x="2399198" y="815340"/>
                    <a:pt x="2403799" y="942340"/>
                  </a:cubicBezTo>
                  <a:cubicBezTo>
                    <a:pt x="2408400" y="1073150"/>
                    <a:pt x="2396898" y="1209040"/>
                    <a:pt x="2380796" y="1346200"/>
                  </a:cubicBezTo>
                  <a:cubicBezTo>
                    <a:pt x="2362394" y="1488440"/>
                    <a:pt x="2330190" y="1629410"/>
                    <a:pt x="2295686" y="1780540"/>
                  </a:cubicBezTo>
                  <a:cubicBezTo>
                    <a:pt x="2257731" y="1945640"/>
                    <a:pt x="2219776" y="2127250"/>
                    <a:pt x="2157668" y="2296160"/>
                  </a:cubicBezTo>
                  <a:cubicBezTo>
                    <a:pt x="2092110" y="2471420"/>
                    <a:pt x="1992048" y="2669540"/>
                    <a:pt x="1910388" y="2810510"/>
                  </a:cubicBezTo>
                  <a:cubicBezTo>
                    <a:pt x="1847130" y="2918460"/>
                    <a:pt x="1780421" y="2980690"/>
                    <a:pt x="1722914" y="3082290"/>
                  </a:cubicBezTo>
                  <a:cubicBezTo>
                    <a:pt x="1656206" y="3197860"/>
                    <a:pt x="1554993" y="3343910"/>
                    <a:pt x="1541192" y="3470910"/>
                  </a:cubicBezTo>
                  <a:cubicBezTo>
                    <a:pt x="1528540" y="3585210"/>
                    <a:pt x="1572245" y="3703320"/>
                    <a:pt x="1611350" y="3808729"/>
                  </a:cubicBezTo>
                  <a:cubicBezTo>
                    <a:pt x="1650455" y="3911600"/>
                    <a:pt x="1716013" y="4001770"/>
                    <a:pt x="1774671" y="4094479"/>
                  </a:cubicBezTo>
                  <a:cubicBezTo>
                    <a:pt x="1834478" y="4189729"/>
                    <a:pt x="1906937" y="4269740"/>
                    <a:pt x="1969045" y="4370070"/>
                  </a:cubicBezTo>
                  <a:cubicBezTo>
                    <a:pt x="2038053" y="4480560"/>
                    <a:pt x="2124314" y="4602479"/>
                    <a:pt x="2168020" y="4732020"/>
                  </a:cubicBezTo>
                  <a:cubicBezTo>
                    <a:pt x="2211725" y="4860290"/>
                    <a:pt x="2239329" y="5006340"/>
                    <a:pt x="2230127" y="5143500"/>
                  </a:cubicBezTo>
                  <a:cubicBezTo>
                    <a:pt x="2220926" y="5287010"/>
                    <a:pt x="2165720" y="5453379"/>
                    <a:pt x="2104762" y="5576570"/>
                  </a:cubicBezTo>
                  <a:cubicBezTo>
                    <a:pt x="2049555" y="5688329"/>
                    <a:pt x="1965594" y="5772150"/>
                    <a:pt x="1894286" y="5863590"/>
                  </a:cubicBezTo>
                  <a:cubicBezTo>
                    <a:pt x="1825277" y="5951220"/>
                    <a:pt x="1750518" y="6027420"/>
                    <a:pt x="1682659" y="6115050"/>
                  </a:cubicBezTo>
                  <a:cubicBezTo>
                    <a:pt x="1613651" y="6203950"/>
                    <a:pt x="1538891" y="6287770"/>
                    <a:pt x="1484835" y="6391910"/>
                  </a:cubicBezTo>
                  <a:cubicBezTo>
                    <a:pt x="1426177" y="6503670"/>
                    <a:pt x="1356019" y="6643370"/>
                    <a:pt x="1347968" y="6766560"/>
                  </a:cubicBezTo>
                  <a:cubicBezTo>
                    <a:pt x="1339917" y="6879589"/>
                    <a:pt x="1387072" y="6993889"/>
                    <a:pt x="1421577" y="7101839"/>
                  </a:cubicBezTo>
                  <a:cubicBezTo>
                    <a:pt x="1454931" y="7209789"/>
                    <a:pt x="1496336" y="7291070"/>
                    <a:pt x="1551543" y="7411720"/>
                  </a:cubicBezTo>
                  <a:cubicBezTo>
                    <a:pt x="1633203" y="7588250"/>
                    <a:pt x="1809175" y="7863839"/>
                    <a:pt x="1871283" y="8056879"/>
                  </a:cubicBezTo>
                  <a:cubicBezTo>
                    <a:pt x="1917288" y="8197850"/>
                    <a:pt x="1946042" y="8319770"/>
                    <a:pt x="1936841" y="8445500"/>
                  </a:cubicBezTo>
                  <a:cubicBezTo>
                    <a:pt x="1928790" y="8569960"/>
                    <a:pt x="1878184" y="8698229"/>
                    <a:pt x="1821827" y="8809989"/>
                  </a:cubicBezTo>
                  <a:cubicBezTo>
                    <a:pt x="1763169" y="8925560"/>
                    <a:pt x="1668858" y="9030970"/>
                    <a:pt x="1590648" y="9127489"/>
                  </a:cubicBezTo>
                  <a:cubicBezTo>
                    <a:pt x="1519339" y="9215120"/>
                    <a:pt x="1443429" y="9282429"/>
                    <a:pt x="1374421" y="9367520"/>
                  </a:cubicBezTo>
                  <a:cubicBezTo>
                    <a:pt x="1301962" y="9456420"/>
                    <a:pt x="1215701" y="9546589"/>
                    <a:pt x="1166245" y="9652000"/>
                  </a:cubicBezTo>
                  <a:cubicBezTo>
                    <a:pt x="1116789" y="9756139"/>
                    <a:pt x="1081134" y="9879329"/>
                    <a:pt x="1075384" y="9996170"/>
                  </a:cubicBezTo>
                  <a:cubicBezTo>
                    <a:pt x="1069633" y="10111739"/>
                    <a:pt x="1089185" y="10245089"/>
                    <a:pt x="1132891" y="10347960"/>
                  </a:cubicBezTo>
                  <a:cubicBezTo>
                    <a:pt x="1174296" y="10449560"/>
                    <a:pt x="1264007" y="10520679"/>
                    <a:pt x="1323815" y="10610850"/>
                  </a:cubicBezTo>
                  <a:cubicBezTo>
                    <a:pt x="1384772" y="10701020"/>
                    <a:pt x="1437679" y="10784839"/>
                    <a:pt x="1494036" y="10887710"/>
                  </a:cubicBezTo>
                  <a:cubicBezTo>
                    <a:pt x="1560744" y="11008360"/>
                    <a:pt x="1644704" y="11159489"/>
                    <a:pt x="1691860" y="11291570"/>
                  </a:cubicBezTo>
                  <a:cubicBezTo>
                    <a:pt x="1732115" y="11405870"/>
                    <a:pt x="1764319" y="11512550"/>
                    <a:pt x="1772370" y="11629389"/>
                  </a:cubicBezTo>
                  <a:cubicBezTo>
                    <a:pt x="1781571" y="11747500"/>
                    <a:pt x="1768920" y="11878310"/>
                    <a:pt x="1737866" y="11995150"/>
                  </a:cubicBezTo>
                  <a:cubicBezTo>
                    <a:pt x="1705662" y="12113260"/>
                    <a:pt x="1642404" y="12223750"/>
                    <a:pt x="1582597" y="12330429"/>
                  </a:cubicBezTo>
                  <a:cubicBezTo>
                    <a:pt x="1521639" y="12439650"/>
                    <a:pt x="1461832" y="12529820"/>
                    <a:pt x="1374421" y="12644120"/>
                  </a:cubicBezTo>
                  <a:cubicBezTo>
                    <a:pt x="1254806" y="12800329"/>
                    <a:pt x="1045480" y="13004800"/>
                    <a:pt x="917814" y="13166089"/>
                  </a:cubicBezTo>
                  <a:cubicBezTo>
                    <a:pt x="816601" y="13294359"/>
                    <a:pt x="690086" y="13399770"/>
                    <a:pt x="660182" y="13525500"/>
                  </a:cubicBezTo>
                  <a:cubicBezTo>
                    <a:pt x="632578" y="13633450"/>
                    <a:pt x="669383" y="13729970"/>
                    <a:pt x="703887" y="13863320"/>
                  </a:cubicBezTo>
                  <a:cubicBezTo>
                    <a:pt x="757944" y="14075409"/>
                    <a:pt x="902862" y="14414500"/>
                    <a:pt x="1016726" y="14655800"/>
                  </a:cubicBezTo>
                  <a:cubicBezTo>
                    <a:pt x="1119089" y="14871700"/>
                    <a:pt x="1295061" y="15144750"/>
                    <a:pt x="1345667" y="15248889"/>
                  </a:cubicBezTo>
                  <a:cubicBezTo>
                    <a:pt x="1362919" y="15284450"/>
                    <a:pt x="1368670" y="15297150"/>
                    <a:pt x="1376721" y="15323820"/>
                  </a:cubicBezTo>
                  <a:cubicBezTo>
                    <a:pt x="1383622" y="15349220"/>
                    <a:pt x="1388223" y="15377159"/>
                    <a:pt x="1390523" y="15403830"/>
                  </a:cubicBezTo>
                  <a:cubicBezTo>
                    <a:pt x="1391673" y="15430500"/>
                    <a:pt x="1390523" y="15458439"/>
                    <a:pt x="1385922" y="15485109"/>
                  </a:cubicBezTo>
                  <a:cubicBezTo>
                    <a:pt x="1381322" y="15511780"/>
                    <a:pt x="1374421" y="15539720"/>
                    <a:pt x="1364070" y="15563850"/>
                  </a:cubicBezTo>
                  <a:cubicBezTo>
                    <a:pt x="1353718" y="15589250"/>
                    <a:pt x="1341067" y="15613380"/>
                    <a:pt x="1326115" y="15634970"/>
                  </a:cubicBezTo>
                  <a:cubicBezTo>
                    <a:pt x="1311163" y="15655289"/>
                    <a:pt x="1292761" y="15675609"/>
                    <a:pt x="1274358" y="15692120"/>
                  </a:cubicBezTo>
                  <a:cubicBezTo>
                    <a:pt x="1254806" y="15709900"/>
                    <a:pt x="1232953" y="15723870"/>
                    <a:pt x="1209950" y="15735300"/>
                  </a:cubicBezTo>
                  <a:cubicBezTo>
                    <a:pt x="1188098" y="15746730"/>
                    <a:pt x="1163945" y="15755620"/>
                    <a:pt x="1139792" y="15760700"/>
                  </a:cubicBezTo>
                  <a:cubicBezTo>
                    <a:pt x="1115639" y="15764509"/>
                    <a:pt x="1090335" y="15767050"/>
                    <a:pt x="1066182" y="15765780"/>
                  </a:cubicBezTo>
                  <a:cubicBezTo>
                    <a:pt x="1040879" y="15764509"/>
                    <a:pt x="1015576" y="15759430"/>
                    <a:pt x="992573" y="15750539"/>
                  </a:cubicBezTo>
                  <a:cubicBezTo>
                    <a:pt x="969570" y="15742920"/>
                    <a:pt x="945417" y="15731489"/>
                    <a:pt x="924715" y="15717520"/>
                  </a:cubicBezTo>
                  <a:cubicBezTo>
                    <a:pt x="904012" y="15703550"/>
                    <a:pt x="883310" y="15687039"/>
                    <a:pt x="866057" y="15667989"/>
                  </a:cubicBezTo>
                  <a:cubicBezTo>
                    <a:pt x="848805" y="15648939"/>
                    <a:pt x="820052" y="15603220"/>
                    <a:pt x="820052" y="15603220"/>
                  </a:cubicBezTo>
                </a:path>
              </a:pathLst>
            </a:custGeom>
            <a:solidFill>
              <a:srgbClr val="FFBB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B90CE9A-8AF7-991D-7345-2C4D49DF64DB}"/>
              </a:ext>
            </a:extLst>
          </p:cNvPr>
          <p:cNvSpPr txBox="1"/>
          <p:nvPr/>
        </p:nvSpPr>
        <p:spPr>
          <a:xfrm>
            <a:off x="10592160" y="3091148"/>
            <a:ext cx="80681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1A1A1A"/>
                </a:solidFill>
                <a:latin typeface="Telegraf Heavy"/>
                <a:sym typeface="Telegraf Heavy"/>
              </a:rPr>
              <a:t>Want to Log In?</a:t>
            </a:r>
            <a:endParaRPr 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7F1EAE-2EDA-0133-B098-BEBCABF4B8D7}"/>
              </a:ext>
            </a:extLst>
          </p:cNvPr>
          <p:cNvSpPr txBox="1"/>
          <p:nvPr/>
        </p:nvSpPr>
        <p:spPr>
          <a:xfrm>
            <a:off x="11724885" y="4262673"/>
            <a:ext cx="42707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Poppins" pitchFamily="2" charset="0"/>
                <a:cs typeface="Poppins" pitchFamily="2" charset="0"/>
              </a:rPr>
              <a:t>Simply scan it!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5F81B-930C-34B4-3F41-453FC69627EF}"/>
              </a:ext>
            </a:extLst>
          </p:cNvPr>
          <p:cNvSpPr txBox="1"/>
          <p:nvPr/>
        </p:nvSpPr>
        <p:spPr>
          <a:xfrm>
            <a:off x="13202272" y="6235987"/>
            <a:ext cx="13500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Poppins" pitchFamily="2" charset="0"/>
                <a:cs typeface="Poppins" pitchFamily="2" charset="0"/>
              </a:rPr>
              <a:t>Fast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D70D84-8872-640A-695C-CD8A84C6C96C}"/>
              </a:ext>
            </a:extLst>
          </p:cNvPr>
          <p:cNvSpPr txBox="1"/>
          <p:nvPr/>
        </p:nvSpPr>
        <p:spPr>
          <a:xfrm>
            <a:off x="12806110" y="7183797"/>
            <a:ext cx="21082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latin typeface="Poppins" pitchFamily="2" charset="0"/>
                <a:cs typeface="Poppins" pitchFamily="2" charset="0"/>
              </a:rPr>
              <a:t>Simple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4D65A6-4F58-50AC-B9BB-17F05DDDE4B0}"/>
              </a:ext>
            </a:extLst>
          </p:cNvPr>
          <p:cNvSpPr txBox="1"/>
          <p:nvPr/>
        </p:nvSpPr>
        <p:spPr>
          <a:xfrm>
            <a:off x="13121614" y="8184242"/>
            <a:ext cx="14654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Poppins" pitchFamily="2" charset="0"/>
                <a:cs typeface="Poppins" pitchFamily="2" charset="0"/>
              </a:rPr>
              <a:t>Safe</a:t>
            </a:r>
          </a:p>
        </p:txBody>
      </p:sp>
      <p:pic>
        <p:nvPicPr>
          <p:cNvPr id="21" name="Рисунок 20" descr="Изображение выглядит как желтый, символ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1B6E3C6-9E35-D64E-CE80-F54C94CBC5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1614" y="9112523"/>
            <a:ext cx="1541183" cy="866915"/>
          </a:xfrm>
          <a:prstGeom prst="rect">
            <a:avLst/>
          </a:prstGeom>
        </p:spPr>
      </p:pic>
      <p:sp>
        <p:nvSpPr>
          <p:cNvPr id="22" name="Freeform 2">
            <a:extLst>
              <a:ext uri="{FF2B5EF4-FFF2-40B4-BE49-F238E27FC236}">
                <a16:creationId xmlns:a16="http://schemas.microsoft.com/office/drawing/2014/main" id="{36F801A0-5FCB-E131-7442-408440C3D839}"/>
              </a:ext>
            </a:extLst>
          </p:cNvPr>
          <p:cNvSpPr/>
          <p:nvPr/>
        </p:nvSpPr>
        <p:spPr>
          <a:xfrm>
            <a:off x="1524000" y="1980324"/>
            <a:ext cx="9601200" cy="7620000"/>
          </a:xfrm>
          <a:custGeom>
            <a:avLst/>
            <a:gdLst/>
            <a:ahLst/>
            <a:cxnLst/>
            <a:rect l="l" t="t" r="r" b="b"/>
            <a:pathLst>
              <a:path w="13874796" h="9968567">
                <a:moveTo>
                  <a:pt x="0" y="0"/>
                </a:moveTo>
                <a:lnTo>
                  <a:pt x="13874796" y="0"/>
                </a:lnTo>
                <a:lnTo>
                  <a:pt x="13874796" y="9968567"/>
                </a:lnTo>
                <a:lnTo>
                  <a:pt x="0" y="99685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018" r="-6424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532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3058" y="322116"/>
            <a:ext cx="6444777" cy="4730950"/>
            <a:chOff x="0" y="0"/>
            <a:chExt cx="1697390" cy="124601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7390" cy="1246011"/>
            </a:xfrm>
            <a:custGeom>
              <a:avLst/>
              <a:gdLst/>
              <a:ahLst/>
              <a:cxnLst/>
              <a:rect l="l" t="t" r="r" b="b"/>
              <a:pathLst>
                <a:path w="1697390" h="1246011">
                  <a:moveTo>
                    <a:pt x="61265" y="0"/>
                  </a:moveTo>
                  <a:lnTo>
                    <a:pt x="1636125" y="0"/>
                  </a:lnTo>
                  <a:cubicBezTo>
                    <a:pt x="1652373" y="0"/>
                    <a:pt x="1667956" y="6455"/>
                    <a:pt x="1679446" y="17944"/>
                  </a:cubicBezTo>
                  <a:cubicBezTo>
                    <a:pt x="1690935" y="29433"/>
                    <a:pt x="1697390" y="45016"/>
                    <a:pt x="1697390" y="61265"/>
                  </a:cubicBezTo>
                  <a:lnTo>
                    <a:pt x="1697390" y="1184747"/>
                  </a:lnTo>
                  <a:cubicBezTo>
                    <a:pt x="1697390" y="1218582"/>
                    <a:pt x="1669961" y="1246011"/>
                    <a:pt x="1636125" y="1246011"/>
                  </a:cubicBezTo>
                  <a:lnTo>
                    <a:pt x="61265" y="1246011"/>
                  </a:lnTo>
                  <a:cubicBezTo>
                    <a:pt x="45016" y="1246011"/>
                    <a:pt x="29433" y="1239557"/>
                    <a:pt x="17944" y="1228067"/>
                  </a:cubicBezTo>
                  <a:cubicBezTo>
                    <a:pt x="6455" y="1216578"/>
                    <a:pt x="0" y="1200995"/>
                    <a:pt x="0" y="1184747"/>
                  </a:cubicBezTo>
                  <a:lnTo>
                    <a:pt x="0" y="61265"/>
                  </a:lnTo>
                  <a:cubicBezTo>
                    <a:pt x="0" y="45016"/>
                    <a:pt x="6455" y="29433"/>
                    <a:pt x="17944" y="17944"/>
                  </a:cubicBezTo>
                  <a:cubicBezTo>
                    <a:pt x="29433" y="6455"/>
                    <a:pt x="45016" y="0"/>
                    <a:pt x="61265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697390" cy="1284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79271" y="1075867"/>
            <a:ext cx="5952351" cy="3183852"/>
          </a:xfrm>
          <a:custGeom>
            <a:avLst/>
            <a:gdLst/>
            <a:ahLst/>
            <a:cxnLst/>
            <a:rect l="l" t="t" r="r" b="b"/>
            <a:pathLst>
              <a:path w="5952351" h="3183852">
                <a:moveTo>
                  <a:pt x="0" y="0"/>
                </a:moveTo>
                <a:lnTo>
                  <a:pt x="5952351" y="0"/>
                </a:lnTo>
                <a:lnTo>
                  <a:pt x="5952351" y="3183852"/>
                </a:lnTo>
                <a:lnTo>
                  <a:pt x="0" y="31838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338" b="-6569"/>
            </a:stretch>
          </a:blipFill>
          <a:ln w="28575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765066" y="5453115"/>
            <a:ext cx="6312768" cy="4551283"/>
            <a:chOff x="0" y="0"/>
            <a:chExt cx="1662622" cy="11986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62622" cy="1198692"/>
            </a:xfrm>
            <a:custGeom>
              <a:avLst/>
              <a:gdLst/>
              <a:ahLst/>
              <a:cxnLst/>
              <a:rect l="l" t="t" r="r" b="b"/>
              <a:pathLst>
                <a:path w="1662622" h="1198692">
                  <a:moveTo>
                    <a:pt x="62546" y="0"/>
                  </a:moveTo>
                  <a:lnTo>
                    <a:pt x="1600076" y="0"/>
                  </a:lnTo>
                  <a:cubicBezTo>
                    <a:pt x="1616664" y="0"/>
                    <a:pt x="1632573" y="6590"/>
                    <a:pt x="1644303" y="18319"/>
                  </a:cubicBezTo>
                  <a:cubicBezTo>
                    <a:pt x="1656032" y="30049"/>
                    <a:pt x="1662622" y="45958"/>
                    <a:pt x="1662622" y="62546"/>
                  </a:cubicBezTo>
                  <a:lnTo>
                    <a:pt x="1662622" y="1136146"/>
                  </a:lnTo>
                  <a:cubicBezTo>
                    <a:pt x="1662622" y="1152734"/>
                    <a:pt x="1656032" y="1168643"/>
                    <a:pt x="1644303" y="1180373"/>
                  </a:cubicBezTo>
                  <a:cubicBezTo>
                    <a:pt x="1632573" y="1192102"/>
                    <a:pt x="1616664" y="1198692"/>
                    <a:pt x="1600076" y="1198692"/>
                  </a:cubicBezTo>
                  <a:lnTo>
                    <a:pt x="62546" y="1198692"/>
                  </a:lnTo>
                  <a:cubicBezTo>
                    <a:pt x="45958" y="1198692"/>
                    <a:pt x="30049" y="1192102"/>
                    <a:pt x="18319" y="1180373"/>
                  </a:cubicBezTo>
                  <a:cubicBezTo>
                    <a:pt x="6590" y="1168643"/>
                    <a:pt x="0" y="1152734"/>
                    <a:pt x="0" y="1136146"/>
                  </a:cubicBezTo>
                  <a:lnTo>
                    <a:pt x="0" y="62546"/>
                  </a:lnTo>
                  <a:cubicBezTo>
                    <a:pt x="0" y="45958"/>
                    <a:pt x="6590" y="30049"/>
                    <a:pt x="18319" y="18319"/>
                  </a:cubicBezTo>
                  <a:cubicBezTo>
                    <a:pt x="30049" y="6590"/>
                    <a:pt x="45958" y="0"/>
                    <a:pt x="62546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662622" cy="12367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040045" y="9029882"/>
            <a:ext cx="1976066" cy="759324"/>
            <a:chOff x="0" y="0"/>
            <a:chExt cx="520445" cy="19998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20445" cy="199987"/>
            </a:xfrm>
            <a:custGeom>
              <a:avLst/>
              <a:gdLst/>
              <a:ahLst/>
              <a:cxnLst/>
              <a:rect l="l" t="t" r="r" b="b"/>
              <a:pathLst>
                <a:path w="520445" h="199987">
                  <a:moveTo>
                    <a:pt x="97946" y="0"/>
                  </a:moveTo>
                  <a:lnTo>
                    <a:pt x="422499" y="0"/>
                  </a:lnTo>
                  <a:cubicBezTo>
                    <a:pt x="448476" y="0"/>
                    <a:pt x="473389" y="10319"/>
                    <a:pt x="491757" y="28688"/>
                  </a:cubicBezTo>
                  <a:cubicBezTo>
                    <a:pt x="510126" y="47056"/>
                    <a:pt x="520445" y="71969"/>
                    <a:pt x="520445" y="97946"/>
                  </a:cubicBezTo>
                  <a:lnTo>
                    <a:pt x="520445" y="102040"/>
                  </a:lnTo>
                  <a:cubicBezTo>
                    <a:pt x="520445" y="128017"/>
                    <a:pt x="510126" y="152930"/>
                    <a:pt x="491757" y="171299"/>
                  </a:cubicBezTo>
                  <a:cubicBezTo>
                    <a:pt x="473389" y="189667"/>
                    <a:pt x="448476" y="199987"/>
                    <a:pt x="422499" y="199987"/>
                  </a:cubicBezTo>
                  <a:lnTo>
                    <a:pt x="97946" y="199987"/>
                  </a:lnTo>
                  <a:cubicBezTo>
                    <a:pt x="71969" y="199987"/>
                    <a:pt x="47056" y="189667"/>
                    <a:pt x="28688" y="171299"/>
                  </a:cubicBezTo>
                  <a:cubicBezTo>
                    <a:pt x="10319" y="152930"/>
                    <a:pt x="0" y="128017"/>
                    <a:pt x="0" y="102040"/>
                  </a:cubicBezTo>
                  <a:lnTo>
                    <a:pt x="0" y="97946"/>
                  </a:lnTo>
                  <a:cubicBezTo>
                    <a:pt x="0" y="71969"/>
                    <a:pt x="10319" y="47056"/>
                    <a:pt x="28688" y="28688"/>
                  </a:cubicBezTo>
                  <a:cubicBezTo>
                    <a:pt x="47056" y="10319"/>
                    <a:pt x="71969" y="0"/>
                    <a:pt x="97946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520445" cy="238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028700" y="5668307"/>
            <a:ext cx="1885311" cy="4120899"/>
          </a:xfrm>
          <a:custGeom>
            <a:avLst/>
            <a:gdLst/>
            <a:ahLst/>
            <a:cxnLst/>
            <a:rect l="l" t="t" r="r" b="b"/>
            <a:pathLst>
              <a:path w="1885311" h="4120899">
                <a:moveTo>
                  <a:pt x="0" y="0"/>
                </a:moveTo>
                <a:lnTo>
                  <a:pt x="1885311" y="0"/>
                </a:lnTo>
                <a:lnTo>
                  <a:pt x="1885311" y="4120899"/>
                </a:lnTo>
                <a:lnTo>
                  <a:pt x="0" y="41208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28575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3063699" y="5668307"/>
            <a:ext cx="1879227" cy="4130169"/>
          </a:xfrm>
          <a:custGeom>
            <a:avLst/>
            <a:gdLst/>
            <a:ahLst/>
            <a:cxnLst/>
            <a:rect l="l" t="t" r="r" b="b"/>
            <a:pathLst>
              <a:path w="1879227" h="4130169">
                <a:moveTo>
                  <a:pt x="0" y="0"/>
                </a:moveTo>
                <a:lnTo>
                  <a:pt x="1879227" y="0"/>
                </a:lnTo>
                <a:lnTo>
                  <a:pt x="1879227" y="4130170"/>
                </a:lnTo>
                <a:lnTo>
                  <a:pt x="0" y="41301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28575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5040045" y="8165783"/>
            <a:ext cx="1976066" cy="759324"/>
            <a:chOff x="0" y="0"/>
            <a:chExt cx="520445" cy="19998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20445" cy="199987"/>
            </a:xfrm>
            <a:custGeom>
              <a:avLst/>
              <a:gdLst/>
              <a:ahLst/>
              <a:cxnLst/>
              <a:rect l="l" t="t" r="r" b="b"/>
              <a:pathLst>
                <a:path w="520445" h="199987">
                  <a:moveTo>
                    <a:pt x="97946" y="0"/>
                  </a:moveTo>
                  <a:lnTo>
                    <a:pt x="422499" y="0"/>
                  </a:lnTo>
                  <a:cubicBezTo>
                    <a:pt x="448476" y="0"/>
                    <a:pt x="473389" y="10319"/>
                    <a:pt x="491757" y="28688"/>
                  </a:cubicBezTo>
                  <a:cubicBezTo>
                    <a:pt x="510126" y="47056"/>
                    <a:pt x="520445" y="71969"/>
                    <a:pt x="520445" y="97946"/>
                  </a:cubicBezTo>
                  <a:lnTo>
                    <a:pt x="520445" y="102040"/>
                  </a:lnTo>
                  <a:cubicBezTo>
                    <a:pt x="520445" y="128017"/>
                    <a:pt x="510126" y="152930"/>
                    <a:pt x="491757" y="171299"/>
                  </a:cubicBezTo>
                  <a:cubicBezTo>
                    <a:pt x="473389" y="189667"/>
                    <a:pt x="448476" y="199987"/>
                    <a:pt x="422499" y="199987"/>
                  </a:cubicBezTo>
                  <a:lnTo>
                    <a:pt x="97946" y="199987"/>
                  </a:lnTo>
                  <a:cubicBezTo>
                    <a:pt x="71969" y="199987"/>
                    <a:pt x="47056" y="189667"/>
                    <a:pt x="28688" y="171299"/>
                  </a:cubicBezTo>
                  <a:cubicBezTo>
                    <a:pt x="10319" y="152930"/>
                    <a:pt x="0" y="128017"/>
                    <a:pt x="0" y="102040"/>
                  </a:cubicBezTo>
                  <a:lnTo>
                    <a:pt x="0" y="97946"/>
                  </a:lnTo>
                  <a:cubicBezTo>
                    <a:pt x="0" y="71969"/>
                    <a:pt x="10319" y="47056"/>
                    <a:pt x="28688" y="28688"/>
                  </a:cubicBezTo>
                  <a:cubicBezTo>
                    <a:pt x="47056" y="10319"/>
                    <a:pt x="71969" y="0"/>
                    <a:pt x="97946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20445" cy="238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5122623" y="8290095"/>
            <a:ext cx="1791933" cy="510701"/>
          </a:xfrm>
          <a:custGeom>
            <a:avLst/>
            <a:gdLst/>
            <a:ahLst/>
            <a:cxnLst/>
            <a:rect l="l" t="t" r="r" b="b"/>
            <a:pathLst>
              <a:path w="1791933" h="510701">
                <a:moveTo>
                  <a:pt x="0" y="0"/>
                </a:moveTo>
                <a:lnTo>
                  <a:pt x="1791933" y="0"/>
                </a:lnTo>
                <a:lnTo>
                  <a:pt x="1791933" y="510701"/>
                </a:lnTo>
                <a:lnTo>
                  <a:pt x="0" y="5107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5164492" y="9125132"/>
            <a:ext cx="1708196" cy="570343"/>
          </a:xfrm>
          <a:custGeom>
            <a:avLst/>
            <a:gdLst/>
            <a:ahLst/>
            <a:cxnLst/>
            <a:rect l="l" t="t" r="r" b="b"/>
            <a:pathLst>
              <a:path w="1708196" h="570343">
                <a:moveTo>
                  <a:pt x="0" y="0"/>
                </a:moveTo>
                <a:lnTo>
                  <a:pt x="1708196" y="0"/>
                </a:lnTo>
                <a:lnTo>
                  <a:pt x="1708196" y="570343"/>
                </a:lnTo>
                <a:lnTo>
                  <a:pt x="0" y="5703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500" t="-77046" r="-11508" b="-7040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9" name="Group 19"/>
          <p:cNvGrpSpPr/>
          <p:nvPr/>
        </p:nvGrpSpPr>
        <p:grpSpPr>
          <a:xfrm>
            <a:off x="4522478" y="4399657"/>
            <a:ext cx="1691572" cy="554306"/>
            <a:chOff x="0" y="0"/>
            <a:chExt cx="2255429" cy="739074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2255429" cy="739074"/>
              <a:chOff x="0" y="0"/>
              <a:chExt cx="496456" cy="162682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496456" cy="162682"/>
              </a:xfrm>
              <a:custGeom>
                <a:avLst/>
                <a:gdLst/>
                <a:ahLst/>
                <a:cxnLst/>
                <a:rect l="l" t="t" r="r" b="b"/>
                <a:pathLst>
                  <a:path w="496456" h="162682">
                    <a:moveTo>
                      <a:pt x="81341" y="0"/>
                    </a:moveTo>
                    <a:lnTo>
                      <a:pt x="415115" y="0"/>
                    </a:lnTo>
                    <a:cubicBezTo>
                      <a:pt x="460039" y="0"/>
                      <a:pt x="496456" y="36418"/>
                      <a:pt x="496456" y="81341"/>
                    </a:cubicBezTo>
                    <a:lnTo>
                      <a:pt x="496456" y="81341"/>
                    </a:lnTo>
                    <a:cubicBezTo>
                      <a:pt x="496456" y="102914"/>
                      <a:pt x="487886" y="123603"/>
                      <a:pt x="472632" y="138858"/>
                    </a:cubicBezTo>
                    <a:cubicBezTo>
                      <a:pt x="457378" y="154112"/>
                      <a:pt x="436688" y="162682"/>
                      <a:pt x="415115" y="162682"/>
                    </a:cubicBezTo>
                    <a:lnTo>
                      <a:pt x="81341" y="162682"/>
                    </a:lnTo>
                    <a:cubicBezTo>
                      <a:pt x="59768" y="162682"/>
                      <a:pt x="39079" y="154112"/>
                      <a:pt x="23824" y="138858"/>
                    </a:cubicBezTo>
                    <a:cubicBezTo>
                      <a:pt x="8570" y="123603"/>
                      <a:pt x="0" y="102914"/>
                      <a:pt x="0" y="81341"/>
                    </a:cubicBezTo>
                    <a:lnTo>
                      <a:pt x="0" y="81341"/>
                    </a:lnTo>
                    <a:cubicBezTo>
                      <a:pt x="0" y="59768"/>
                      <a:pt x="8570" y="39079"/>
                      <a:pt x="23824" y="23824"/>
                    </a:cubicBezTo>
                    <a:cubicBezTo>
                      <a:pt x="39079" y="8570"/>
                      <a:pt x="59768" y="0"/>
                      <a:pt x="813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90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496456" cy="2007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/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265291" y="41120"/>
              <a:ext cx="1724846" cy="656834"/>
            </a:xfrm>
            <a:custGeom>
              <a:avLst/>
              <a:gdLst/>
              <a:ahLst/>
              <a:cxnLst/>
              <a:rect l="l" t="t" r="r" b="b"/>
              <a:pathLst>
                <a:path w="1724846" h="656834">
                  <a:moveTo>
                    <a:pt x="0" y="0"/>
                  </a:moveTo>
                  <a:lnTo>
                    <a:pt x="1724847" y="0"/>
                  </a:lnTo>
                  <a:lnTo>
                    <a:pt x="1724847" y="656834"/>
                  </a:lnTo>
                  <a:lnTo>
                    <a:pt x="0" y="6568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79874" b="-8272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449213" y="322116"/>
            <a:ext cx="6444777" cy="4730950"/>
            <a:chOff x="0" y="0"/>
            <a:chExt cx="1697390" cy="124601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97390" cy="1246011"/>
            </a:xfrm>
            <a:custGeom>
              <a:avLst/>
              <a:gdLst/>
              <a:ahLst/>
              <a:cxnLst/>
              <a:rect l="l" t="t" r="r" b="b"/>
              <a:pathLst>
                <a:path w="1697390" h="1246011">
                  <a:moveTo>
                    <a:pt x="61265" y="0"/>
                  </a:moveTo>
                  <a:lnTo>
                    <a:pt x="1636125" y="0"/>
                  </a:lnTo>
                  <a:cubicBezTo>
                    <a:pt x="1652373" y="0"/>
                    <a:pt x="1667956" y="6455"/>
                    <a:pt x="1679446" y="17944"/>
                  </a:cubicBezTo>
                  <a:cubicBezTo>
                    <a:pt x="1690935" y="29433"/>
                    <a:pt x="1697390" y="45016"/>
                    <a:pt x="1697390" y="61265"/>
                  </a:cubicBezTo>
                  <a:lnTo>
                    <a:pt x="1697390" y="1184747"/>
                  </a:lnTo>
                  <a:cubicBezTo>
                    <a:pt x="1697390" y="1218582"/>
                    <a:pt x="1669961" y="1246011"/>
                    <a:pt x="1636125" y="1246011"/>
                  </a:cubicBezTo>
                  <a:lnTo>
                    <a:pt x="61265" y="1246011"/>
                  </a:lnTo>
                  <a:cubicBezTo>
                    <a:pt x="45016" y="1246011"/>
                    <a:pt x="29433" y="1239557"/>
                    <a:pt x="17944" y="1228067"/>
                  </a:cubicBezTo>
                  <a:cubicBezTo>
                    <a:pt x="6455" y="1216578"/>
                    <a:pt x="0" y="1200995"/>
                    <a:pt x="0" y="1184747"/>
                  </a:cubicBezTo>
                  <a:lnTo>
                    <a:pt x="0" y="61265"/>
                  </a:lnTo>
                  <a:cubicBezTo>
                    <a:pt x="0" y="45016"/>
                    <a:pt x="6455" y="29433"/>
                    <a:pt x="17944" y="17944"/>
                  </a:cubicBezTo>
                  <a:cubicBezTo>
                    <a:pt x="29433" y="6455"/>
                    <a:pt x="45016" y="0"/>
                    <a:pt x="61265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697390" cy="1284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33307" y="1887879"/>
            <a:ext cx="2245004" cy="2968001"/>
            <a:chOff x="0" y="0"/>
            <a:chExt cx="658882" cy="87107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58882" cy="871073"/>
            </a:xfrm>
            <a:custGeom>
              <a:avLst/>
              <a:gdLst/>
              <a:ahLst/>
              <a:cxnLst/>
              <a:rect l="l" t="t" r="r" b="b"/>
              <a:pathLst>
                <a:path w="658882" h="871073">
                  <a:moveTo>
                    <a:pt x="86213" y="0"/>
                  </a:moveTo>
                  <a:lnTo>
                    <a:pt x="572669" y="0"/>
                  </a:lnTo>
                  <a:cubicBezTo>
                    <a:pt x="595534" y="0"/>
                    <a:pt x="617463" y="9083"/>
                    <a:pt x="633631" y="25251"/>
                  </a:cubicBezTo>
                  <a:cubicBezTo>
                    <a:pt x="649799" y="41419"/>
                    <a:pt x="658882" y="63348"/>
                    <a:pt x="658882" y="86213"/>
                  </a:cubicBezTo>
                  <a:lnTo>
                    <a:pt x="658882" y="784861"/>
                  </a:lnTo>
                  <a:cubicBezTo>
                    <a:pt x="658882" y="807726"/>
                    <a:pt x="649799" y="829654"/>
                    <a:pt x="633631" y="845822"/>
                  </a:cubicBezTo>
                  <a:cubicBezTo>
                    <a:pt x="617463" y="861990"/>
                    <a:pt x="595534" y="871073"/>
                    <a:pt x="572669" y="871073"/>
                  </a:cubicBezTo>
                  <a:lnTo>
                    <a:pt x="86213" y="871073"/>
                  </a:lnTo>
                  <a:cubicBezTo>
                    <a:pt x="63348" y="871073"/>
                    <a:pt x="41419" y="861990"/>
                    <a:pt x="25251" y="845822"/>
                  </a:cubicBezTo>
                  <a:cubicBezTo>
                    <a:pt x="9083" y="829654"/>
                    <a:pt x="0" y="807726"/>
                    <a:pt x="0" y="784861"/>
                  </a:cubicBezTo>
                  <a:lnTo>
                    <a:pt x="0" y="86213"/>
                  </a:lnTo>
                  <a:cubicBezTo>
                    <a:pt x="0" y="63348"/>
                    <a:pt x="9083" y="41419"/>
                    <a:pt x="25251" y="25251"/>
                  </a:cubicBezTo>
                  <a:cubicBezTo>
                    <a:pt x="41419" y="9083"/>
                    <a:pt x="63348" y="0"/>
                    <a:pt x="862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658882" cy="909173"/>
            </a:xfrm>
            <a:prstGeom prst="rect">
              <a:avLst/>
            </a:prstGeom>
          </p:spPr>
          <p:txBody>
            <a:bodyPr lIns="45588" tIns="45588" rIns="45588" bIns="45588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7823986" y="2115688"/>
            <a:ext cx="1863646" cy="552105"/>
          </a:xfrm>
          <a:custGeom>
            <a:avLst/>
            <a:gdLst/>
            <a:ahLst/>
            <a:cxnLst/>
            <a:rect l="l" t="t" r="r" b="b"/>
            <a:pathLst>
              <a:path w="1863646" h="552105">
                <a:moveTo>
                  <a:pt x="0" y="0"/>
                </a:moveTo>
                <a:lnTo>
                  <a:pt x="1863646" y="0"/>
                </a:lnTo>
                <a:lnTo>
                  <a:pt x="1863646" y="552105"/>
                </a:lnTo>
                <a:lnTo>
                  <a:pt x="0" y="552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Freeform 31"/>
          <p:cNvSpPr/>
          <p:nvPr/>
        </p:nvSpPr>
        <p:spPr>
          <a:xfrm>
            <a:off x="7758930" y="2813272"/>
            <a:ext cx="1983359" cy="439114"/>
          </a:xfrm>
          <a:custGeom>
            <a:avLst/>
            <a:gdLst/>
            <a:ahLst/>
            <a:cxnLst/>
            <a:rect l="l" t="t" r="r" b="b"/>
            <a:pathLst>
              <a:path w="1983359" h="439114">
                <a:moveTo>
                  <a:pt x="0" y="0"/>
                </a:moveTo>
                <a:lnTo>
                  <a:pt x="1983359" y="0"/>
                </a:lnTo>
                <a:lnTo>
                  <a:pt x="1983359" y="439114"/>
                </a:lnTo>
                <a:lnTo>
                  <a:pt x="0" y="4391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9762" t="-48168" r="-8615" b="-4431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7819597" y="3363014"/>
            <a:ext cx="1862025" cy="786077"/>
          </a:xfrm>
          <a:custGeom>
            <a:avLst/>
            <a:gdLst/>
            <a:ahLst/>
            <a:cxnLst/>
            <a:rect l="l" t="t" r="r" b="b"/>
            <a:pathLst>
              <a:path w="1862025" h="786077">
                <a:moveTo>
                  <a:pt x="0" y="0"/>
                </a:moveTo>
                <a:lnTo>
                  <a:pt x="1862025" y="0"/>
                </a:lnTo>
                <a:lnTo>
                  <a:pt x="1862025" y="786077"/>
                </a:lnTo>
                <a:lnTo>
                  <a:pt x="0" y="78607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72862" b="-640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7947811" y="4149091"/>
            <a:ext cx="1615997" cy="435506"/>
          </a:xfrm>
          <a:custGeom>
            <a:avLst/>
            <a:gdLst/>
            <a:ahLst/>
            <a:cxnLst/>
            <a:rect l="l" t="t" r="r" b="b"/>
            <a:pathLst>
              <a:path w="1615997" h="435506">
                <a:moveTo>
                  <a:pt x="0" y="0"/>
                </a:moveTo>
                <a:lnTo>
                  <a:pt x="1615996" y="0"/>
                </a:lnTo>
                <a:lnTo>
                  <a:pt x="1615996" y="435506"/>
                </a:lnTo>
                <a:lnTo>
                  <a:pt x="0" y="4355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133943" b="-137117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4" name="Group 34"/>
          <p:cNvGrpSpPr/>
          <p:nvPr/>
        </p:nvGrpSpPr>
        <p:grpSpPr>
          <a:xfrm>
            <a:off x="10068811" y="1879013"/>
            <a:ext cx="3640860" cy="2968001"/>
            <a:chOff x="0" y="0"/>
            <a:chExt cx="1068549" cy="87107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068550" cy="871073"/>
            </a:xfrm>
            <a:custGeom>
              <a:avLst/>
              <a:gdLst/>
              <a:ahLst/>
              <a:cxnLst/>
              <a:rect l="l" t="t" r="r" b="b"/>
              <a:pathLst>
                <a:path w="1068550" h="871073">
                  <a:moveTo>
                    <a:pt x="53160" y="0"/>
                  </a:moveTo>
                  <a:lnTo>
                    <a:pt x="1015390" y="0"/>
                  </a:lnTo>
                  <a:cubicBezTo>
                    <a:pt x="1029488" y="0"/>
                    <a:pt x="1043010" y="5601"/>
                    <a:pt x="1052979" y="15570"/>
                  </a:cubicBezTo>
                  <a:cubicBezTo>
                    <a:pt x="1062949" y="25540"/>
                    <a:pt x="1068550" y="39061"/>
                    <a:pt x="1068550" y="53160"/>
                  </a:cubicBezTo>
                  <a:lnTo>
                    <a:pt x="1068550" y="817913"/>
                  </a:lnTo>
                  <a:cubicBezTo>
                    <a:pt x="1068550" y="832012"/>
                    <a:pt x="1062949" y="845534"/>
                    <a:pt x="1052979" y="855503"/>
                  </a:cubicBezTo>
                  <a:cubicBezTo>
                    <a:pt x="1043010" y="865473"/>
                    <a:pt x="1029488" y="871073"/>
                    <a:pt x="1015390" y="871073"/>
                  </a:cubicBezTo>
                  <a:lnTo>
                    <a:pt x="53160" y="871073"/>
                  </a:lnTo>
                  <a:cubicBezTo>
                    <a:pt x="39061" y="871073"/>
                    <a:pt x="25540" y="865473"/>
                    <a:pt x="15570" y="855503"/>
                  </a:cubicBezTo>
                  <a:cubicBezTo>
                    <a:pt x="5601" y="845534"/>
                    <a:pt x="0" y="832012"/>
                    <a:pt x="0" y="817913"/>
                  </a:cubicBezTo>
                  <a:lnTo>
                    <a:pt x="0" y="53160"/>
                  </a:lnTo>
                  <a:cubicBezTo>
                    <a:pt x="0" y="39061"/>
                    <a:pt x="5601" y="25540"/>
                    <a:pt x="15570" y="15570"/>
                  </a:cubicBezTo>
                  <a:cubicBezTo>
                    <a:pt x="25540" y="5601"/>
                    <a:pt x="39061" y="0"/>
                    <a:pt x="531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068549" cy="909173"/>
            </a:xfrm>
            <a:prstGeom prst="rect">
              <a:avLst/>
            </a:prstGeom>
          </p:spPr>
          <p:txBody>
            <a:bodyPr lIns="45588" tIns="45588" rIns="45588" bIns="45588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37" name="Freeform 37"/>
          <p:cNvSpPr/>
          <p:nvPr/>
        </p:nvSpPr>
        <p:spPr>
          <a:xfrm>
            <a:off x="10908654" y="2115688"/>
            <a:ext cx="1863646" cy="552105"/>
          </a:xfrm>
          <a:custGeom>
            <a:avLst/>
            <a:gdLst/>
            <a:ahLst/>
            <a:cxnLst/>
            <a:rect l="l" t="t" r="r" b="b"/>
            <a:pathLst>
              <a:path w="1863646" h="552105">
                <a:moveTo>
                  <a:pt x="0" y="0"/>
                </a:moveTo>
                <a:lnTo>
                  <a:pt x="1863646" y="0"/>
                </a:lnTo>
                <a:lnTo>
                  <a:pt x="1863646" y="552105"/>
                </a:lnTo>
                <a:lnTo>
                  <a:pt x="0" y="552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10775515" y="4075562"/>
            <a:ext cx="2227451" cy="582564"/>
          </a:xfrm>
          <a:custGeom>
            <a:avLst/>
            <a:gdLst/>
            <a:ahLst/>
            <a:cxnLst/>
            <a:rect l="l" t="t" r="r" b="b"/>
            <a:pathLst>
              <a:path w="2227451" h="582564">
                <a:moveTo>
                  <a:pt x="0" y="0"/>
                </a:moveTo>
                <a:lnTo>
                  <a:pt x="2227451" y="0"/>
                </a:lnTo>
                <a:lnTo>
                  <a:pt x="2227451" y="582564"/>
                </a:lnTo>
                <a:lnTo>
                  <a:pt x="0" y="58256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  <a:ln w="9525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39" name="Freeform 39"/>
          <p:cNvSpPr/>
          <p:nvPr/>
        </p:nvSpPr>
        <p:spPr>
          <a:xfrm>
            <a:off x="10848797" y="2813272"/>
            <a:ext cx="1983359" cy="439114"/>
          </a:xfrm>
          <a:custGeom>
            <a:avLst/>
            <a:gdLst/>
            <a:ahLst/>
            <a:cxnLst/>
            <a:rect l="l" t="t" r="r" b="b"/>
            <a:pathLst>
              <a:path w="1983359" h="439114">
                <a:moveTo>
                  <a:pt x="0" y="0"/>
                </a:moveTo>
                <a:lnTo>
                  <a:pt x="1983359" y="0"/>
                </a:lnTo>
                <a:lnTo>
                  <a:pt x="1983359" y="439114"/>
                </a:lnTo>
                <a:lnTo>
                  <a:pt x="0" y="4391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9762" t="-48168" r="-8615" b="-44315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0" name="Group 40"/>
          <p:cNvGrpSpPr/>
          <p:nvPr/>
        </p:nvGrpSpPr>
        <p:grpSpPr>
          <a:xfrm>
            <a:off x="7484927" y="5300715"/>
            <a:ext cx="6444777" cy="4730950"/>
            <a:chOff x="0" y="0"/>
            <a:chExt cx="1697390" cy="1246011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697390" cy="1246011"/>
            </a:xfrm>
            <a:custGeom>
              <a:avLst/>
              <a:gdLst/>
              <a:ahLst/>
              <a:cxnLst/>
              <a:rect l="l" t="t" r="r" b="b"/>
              <a:pathLst>
                <a:path w="1697390" h="1246011">
                  <a:moveTo>
                    <a:pt x="61265" y="0"/>
                  </a:moveTo>
                  <a:lnTo>
                    <a:pt x="1636125" y="0"/>
                  </a:lnTo>
                  <a:cubicBezTo>
                    <a:pt x="1652373" y="0"/>
                    <a:pt x="1667956" y="6455"/>
                    <a:pt x="1679446" y="17944"/>
                  </a:cubicBezTo>
                  <a:cubicBezTo>
                    <a:pt x="1690935" y="29433"/>
                    <a:pt x="1697390" y="45016"/>
                    <a:pt x="1697390" y="61265"/>
                  </a:cubicBezTo>
                  <a:lnTo>
                    <a:pt x="1697390" y="1184747"/>
                  </a:lnTo>
                  <a:cubicBezTo>
                    <a:pt x="1697390" y="1218582"/>
                    <a:pt x="1669961" y="1246011"/>
                    <a:pt x="1636125" y="1246011"/>
                  </a:cubicBezTo>
                  <a:lnTo>
                    <a:pt x="61265" y="1246011"/>
                  </a:lnTo>
                  <a:cubicBezTo>
                    <a:pt x="45016" y="1246011"/>
                    <a:pt x="29433" y="1239557"/>
                    <a:pt x="17944" y="1228067"/>
                  </a:cubicBezTo>
                  <a:cubicBezTo>
                    <a:pt x="6455" y="1216578"/>
                    <a:pt x="0" y="1200995"/>
                    <a:pt x="0" y="1184747"/>
                  </a:cubicBezTo>
                  <a:lnTo>
                    <a:pt x="0" y="61265"/>
                  </a:lnTo>
                  <a:cubicBezTo>
                    <a:pt x="0" y="45016"/>
                    <a:pt x="6455" y="29433"/>
                    <a:pt x="17944" y="17944"/>
                  </a:cubicBezTo>
                  <a:cubicBezTo>
                    <a:pt x="29433" y="6455"/>
                    <a:pt x="45016" y="0"/>
                    <a:pt x="61265" y="0"/>
                  </a:cubicBez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697390" cy="1284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 dirty="0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69454" y="6931225"/>
            <a:ext cx="2208856" cy="2208856"/>
            <a:chOff x="0" y="0"/>
            <a:chExt cx="2945142" cy="2945142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2945142" cy="2945142"/>
              <a:chOff x="0" y="0"/>
              <a:chExt cx="812800" cy="81280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/>
              </a:p>
            </p:txBody>
          </p:sp>
        </p:grpSp>
        <p:sp>
          <p:nvSpPr>
            <p:cNvPr id="47" name="Freeform 47"/>
            <p:cNvSpPr/>
            <p:nvPr/>
          </p:nvSpPr>
          <p:spPr>
            <a:xfrm>
              <a:off x="585481" y="366932"/>
              <a:ext cx="1774180" cy="2211278"/>
            </a:xfrm>
            <a:custGeom>
              <a:avLst/>
              <a:gdLst/>
              <a:ahLst/>
              <a:cxnLst/>
              <a:rect l="l" t="t" r="r" b="b"/>
              <a:pathLst>
                <a:path w="1774180" h="2211278">
                  <a:moveTo>
                    <a:pt x="0" y="0"/>
                  </a:moveTo>
                  <a:lnTo>
                    <a:pt x="1774180" y="0"/>
                  </a:lnTo>
                  <a:lnTo>
                    <a:pt x="1774180" y="2211278"/>
                  </a:lnTo>
                  <a:lnTo>
                    <a:pt x="0" y="22112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40650" t="-23225" r="-40034" b="-2174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0068811" y="6550225"/>
            <a:ext cx="3640860" cy="3238982"/>
            <a:chOff x="0" y="0"/>
            <a:chExt cx="1068549" cy="950603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068550" cy="950603"/>
            </a:xfrm>
            <a:custGeom>
              <a:avLst/>
              <a:gdLst/>
              <a:ahLst/>
              <a:cxnLst/>
              <a:rect l="l" t="t" r="r" b="b"/>
              <a:pathLst>
                <a:path w="1068550" h="950603">
                  <a:moveTo>
                    <a:pt x="53160" y="0"/>
                  </a:moveTo>
                  <a:lnTo>
                    <a:pt x="1015390" y="0"/>
                  </a:lnTo>
                  <a:cubicBezTo>
                    <a:pt x="1029488" y="0"/>
                    <a:pt x="1043010" y="5601"/>
                    <a:pt x="1052979" y="15570"/>
                  </a:cubicBezTo>
                  <a:cubicBezTo>
                    <a:pt x="1062949" y="25540"/>
                    <a:pt x="1068550" y="39061"/>
                    <a:pt x="1068550" y="53160"/>
                  </a:cubicBezTo>
                  <a:lnTo>
                    <a:pt x="1068550" y="897443"/>
                  </a:lnTo>
                  <a:cubicBezTo>
                    <a:pt x="1068550" y="911542"/>
                    <a:pt x="1062949" y="925063"/>
                    <a:pt x="1052979" y="935033"/>
                  </a:cubicBezTo>
                  <a:cubicBezTo>
                    <a:pt x="1043010" y="945002"/>
                    <a:pt x="1029488" y="950603"/>
                    <a:pt x="1015390" y="950603"/>
                  </a:cubicBezTo>
                  <a:lnTo>
                    <a:pt x="53160" y="950603"/>
                  </a:lnTo>
                  <a:cubicBezTo>
                    <a:pt x="39061" y="950603"/>
                    <a:pt x="25540" y="945002"/>
                    <a:pt x="15570" y="935033"/>
                  </a:cubicBezTo>
                  <a:cubicBezTo>
                    <a:pt x="5601" y="925063"/>
                    <a:pt x="0" y="911542"/>
                    <a:pt x="0" y="897443"/>
                  </a:cubicBezTo>
                  <a:lnTo>
                    <a:pt x="0" y="53160"/>
                  </a:lnTo>
                  <a:cubicBezTo>
                    <a:pt x="0" y="39061"/>
                    <a:pt x="5601" y="25540"/>
                    <a:pt x="15570" y="15570"/>
                  </a:cubicBezTo>
                  <a:cubicBezTo>
                    <a:pt x="25540" y="5601"/>
                    <a:pt x="39061" y="0"/>
                    <a:pt x="5316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1068549" cy="988703"/>
            </a:xfrm>
            <a:prstGeom prst="rect">
              <a:avLst/>
            </a:prstGeom>
          </p:spPr>
          <p:txBody>
            <a:bodyPr lIns="45588" tIns="45588" rIns="45588" bIns="45588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51" name="Freeform 51"/>
          <p:cNvSpPr/>
          <p:nvPr/>
        </p:nvSpPr>
        <p:spPr>
          <a:xfrm>
            <a:off x="10211277" y="6847927"/>
            <a:ext cx="3211503" cy="1189406"/>
          </a:xfrm>
          <a:custGeom>
            <a:avLst/>
            <a:gdLst/>
            <a:ahLst/>
            <a:cxnLst/>
            <a:rect l="l" t="t" r="r" b="b"/>
            <a:pathLst>
              <a:path w="3211503" h="1189406">
                <a:moveTo>
                  <a:pt x="0" y="0"/>
                </a:moveTo>
                <a:lnTo>
                  <a:pt x="3211503" y="0"/>
                </a:lnTo>
                <a:lnTo>
                  <a:pt x="3211503" y="1189406"/>
                </a:lnTo>
                <a:lnTo>
                  <a:pt x="0" y="118940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16335" t="-35716" r="-18679" b="-2969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TextBox 52"/>
          <p:cNvSpPr txBox="1"/>
          <p:nvPr/>
        </p:nvSpPr>
        <p:spPr>
          <a:xfrm>
            <a:off x="1497092" y="4459640"/>
            <a:ext cx="2907571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Framework: </a:t>
            </a:r>
            <a:r>
              <a:rPr lang="en-US" sz="24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vue.js</a:t>
            </a:r>
            <a:endParaRPr lang="en-US" sz="2400" dirty="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2842133" y="435638"/>
            <a:ext cx="2100793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Website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5194826" y="5616012"/>
            <a:ext cx="812229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App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173692" y="6134826"/>
            <a:ext cx="1698996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Framework: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173692" y="6436450"/>
            <a:ext cx="1040358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flutter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120216" y="6847927"/>
            <a:ext cx="165793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 dirty="0" err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</a:t>
            </a:r>
            <a:r>
              <a:rPr lang="en-US" sz="20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-g. lang.: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164491" y="7140566"/>
            <a:ext cx="842563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dart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413500" y="990600"/>
            <a:ext cx="2684618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AI News 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Summarizer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9690824" y="5456199"/>
            <a:ext cx="2208856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Backend II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498168" y="990600"/>
            <a:ext cx="2684618" cy="815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Stock price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Simulation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377049" y="3481098"/>
            <a:ext cx="3069177" cy="5552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Since we have test portfolio,</a:t>
            </a:r>
          </a:p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we simulating values as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453458" y="6026350"/>
            <a:ext cx="2992769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Log In Verification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338100" y="6026350"/>
            <a:ext cx="2871564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Storage</a:t>
            </a:r>
          </a:p>
        </p:txBody>
      </p:sp>
      <p:sp>
        <p:nvSpPr>
          <p:cNvPr id="66" name="TextBox 66"/>
          <p:cNvSpPr txBox="1"/>
          <p:nvPr/>
        </p:nvSpPr>
        <p:spPr>
          <a:xfrm rot="5400000">
            <a:off x="11161682" y="3792538"/>
            <a:ext cx="10924017" cy="2701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99"/>
              </a:lnSpc>
            </a:pPr>
            <a:r>
              <a:rPr lang="en-US" sz="9999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Technical Realization</a:t>
            </a:r>
          </a:p>
        </p:txBody>
      </p:sp>
      <p:grpSp>
        <p:nvGrpSpPr>
          <p:cNvPr id="67" name="Group 67"/>
          <p:cNvGrpSpPr/>
          <p:nvPr/>
        </p:nvGrpSpPr>
        <p:grpSpPr>
          <a:xfrm rot="-193641">
            <a:off x="13756232" y="-995352"/>
            <a:ext cx="1870996" cy="11898630"/>
            <a:chOff x="0" y="0"/>
            <a:chExt cx="2494661" cy="15864840"/>
          </a:xfrm>
        </p:grpSpPr>
        <p:sp>
          <p:nvSpPr>
            <p:cNvPr id="68" name="Freeform 68"/>
            <p:cNvSpPr/>
            <p:nvPr/>
          </p:nvSpPr>
          <p:spPr>
            <a:xfrm>
              <a:off x="44856" y="46991"/>
              <a:ext cx="2408400" cy="15767050"/>
            </a:xfrm>
            <a:custGeom>
              <a:avLst/>
              <a:gdLst/>
              <a:ahLst/>
              <a:cxnLst/>
              <a:rect l="l" t="t" r="r" b="b"/>
              <a:pathLst>
                <a:path w="2408400" h="15767050">
                  <a:moveTo>
                    <a:pt x="820052" y="15603220"/>
                  </a:moveTo>
                  <a:cubicBezTo>
                    <a:pt x="377247" y="14794230"/>
                    <a:pt x="259932" y="14508480"/>
                    <a:pt x="182872" y="14314170"/>
                  </a:cubicBezTo>
                  <a:cubicBezTo>
                    <a:pt x="129966" y="14180820"/>
                    <a:pt x="89711" y="14086839"/>
                    <a:pt x="58657" y="13971270"/>
                  </a:cubicBezTo>
                  <a:cubicBezTo>
                    <a:pt x="29903" y="13858239"/>
                    <a:pt x="3450" y="13742670"/>
                    <a:pt x="1150" y="13627100"/>
                  </a:cubicBezTo>
                  <a:cubicBezTo>
                    <a:pt x="0" y="13511530"/>
                    <a:pt x="10351" y="13399770"/>
                    <a:pt x="51756" y="13276580"/>
                  </a:cubicBezTo>
                  <a:cubicBezTo>
                    <a:pt x="105813" y="13116559"/>
                    <a:pt x="223127" y="12932410"/>
                    <a:pt x="340442" y="12767310"/>
                  </a:cubicBezTo>
                  <a:cubicBezTo>
                    <a:pt x="471558" y="12583160"/>
                    <a:pt x="693536" y="12383770"/>
                    <a:pt x="813151" y="12231370"/>
                  </a:cubicBezTo>
                  <a:cubicBezTo>
                    <a:pt x="895961" y="12125960"/>
                    <a:pt x="962669" y="12054839"/>
                    <a:pt x="1006375" y="11953239"/>
                  </a:cubicBezTo>
                  <a:cubicBezTo>
                    <a:pt x="1048930" y="11854179"/>
                    <a:pt x="1089185" y="11736070"/>
                    <a:pt x="1077684" y="11631929"/>
                  </a:cubicBezTo>
                  <a:cubicBezTo>
                    <a:pt x="1067333" y="11523979"/>
                    <a:pt x="990273" y="11421110"/>
                    <a:pt x="935066" y="11318239"/>
                  </a:cubicBezTo>
                  <a:cubicBezTo>
                    <a:pt x="876409" y="11212829"/>
                    <a:pt x="802800" y="11107420"/>
                    <a:pt x="733791" y="11005820"/>
                  </a:cubicBezTo>
                  <a:cubicBezTo>
                    <a:pt x="665933" y="10906760"/>
                    <a:pt x="581972" y="10824210"/>
                    <a:pt x="524465" y="10716260"/>
                  </a:cubicBezTo>
                  <a:cubicBezTo>
                    <a:pt x="464657" y="10601960"/>
                    <a:pt x="410601" y="10460989"/>
                    <a:pt x="387598" y="10336529"/>
                  </a:cubicBezTo>
                  <a:cubicBezTo>
                    <a:pt x="366895" y="10222229"/>
                    <a:pt x="373796" y="10116820"/>
                    <a:pt x="380697" y="9998710"/>
                  </a:cubicBezTo>
                  <a:cubicBezTo>
                    <a:pt x="388748" y="9865360"/>
                    <a:pt x="400249" y="9710420"/>
                    <a:pt x="437054" y="9577070"/>
                  </a:cubicBezTo>
                  <a:cubicBezTo>
                    <a:pt x="472708" y="9447529"/>
                    <a:pt x="534816" y="9319260"/>
                    <a:pt x="595774" y="9207500"/>
                  </a:cubicBezTo>
                  <a:cubicBezTo>
                    <a:pt x="652131" y="9107170"/>
                    <a:pt x="706188" y="9039860"/>
                    <a:pt x="784397" y="8934450"/>
                  </a:cubicBezTo>
                  <a:cubicBezTo>
                    <a:pt x="899412" y="8782050"/>
                    <a:pt x="1211100" y="8585200"/>
                    <a:pt x="1231803" y="8387079"/>
                  </a:cubicBezTo>
                  <a:cubicBezTo>
                    <a:pt x="1252506" y="8192770"/>
                    <a:pt x="1000624" y="7938770"/>
                    <a:pt x="916664" y="7758429"/>
                  </a:cubicBezTo>
                  <a:cubicBezTo>
                    <a:pt x="855706" y="7625079"/>
                    <a:pt x="810851" y="7522210"/>
                    <a:pt x="769445" y="7405370"/>
                  </a:cubicBezTo>
                  <a:cubicBezTo>
                    <a:pt x="730341" y="7296150"/>
                    <a:pt x="694686" y="7192010"/>
                    <a:pt x="672833" y="7080250"/>
                  </a:cubicBezTo>
                  <a:cubicBezTo>
                    <a:pt x="650981" y="6964679"/>
                    <a:pt x="634879" y="6846570"/>
                    <a:pt x="638329" y="6722110"/>
                  </a:cubicBezTo>
                  <a:cubicBezTo>
                    <a:pt x="642930" y="6584950"/>
                    <a:pt x="660182" y="6422390"/>
                    <a:pt x="705037" y="6292850"/>
                  </a:cubicBezTo>
                  <a:cubicBezTo>
                    <a:pt x="747593" y="6168390"/>
                    <a:pt x="826953" y="6064250"/>
                    <a:pt x="894811" y="5955029"/>
                  </a:cubicBezTo>
                  <a:cubicBezTo>
                    <a:pt x="960369" y="5849620"/>
                    <a:pt x="1030528" y="5746750"/>
                    <a:pt x="1105287" y="5647690"/>
                  </a:cubicBezTo>
                  <a:cubicBezTo>
                    <a:pt x="1181197" y="5548629"/>
                    <a:pt x="1275508" y="5455920"/>
                    <a:pt x="1349118" y="5360670"/>
                  </a:cubicBezTo>
                  <a:cubicBezTo>
                    <a:pt x="1418126" y="5271770"/>
                    <a:pt x="1530840" y="5193029"/>
                    <a:pt x="1536591" y="5096510"/>
                  </a:cubicBezTo>
                  <a:cubicBezTo>
                    <a:pt x="1541192" y="4989829"/>
                    <a:pt x="1412376" y="4859020"/>
                    <a:pt x="1342217" y="4745990"/>
                  </a:cubicBezTo>
                  <a:cubicBezTo>
                    <a:pt x="1270908" y="4632960"/>
                    <a:pt x="1177746" y="4531360"/>
                    <a:pt x="1112188" y="4420870"/>
                  </a:cubicBezTo>
                  <a:cubicBezTo>
                    <a:pt x="1050080" y="4316729"/>
                    <a:pt x="1000624" y="4218940"/>
                    <a:pt x="956919" y="4102100"/>
                  </a:cubicBezTo>
                  <a:cubicBezTo>
                    <a:pt x="907463" y="3971290"/>
                    <a:pt x="856856" y="3808729"/>
                    <a:pt x="839604" y="3670300"/>
                  </a:cubicBezTo>
                  <a:cubicBezTo>
                    <a:pt x="824652" y="3548379"/>
                    <a:pt x="830403" y="3434079"/>
                    <a:pt x="843055" y="3318510"/>
                  </a:cubicBezTo>
                  <a:cubicBezTo>
                    <a:pt x="856856" y="3205479"/>
                    <a:pt x="874108" y="3091180"/>
                    <a:pt x="916664" y="2985770"/>
                  </a:cubicBezTo>
                  <a:cubicBezTo>
                    <a:pt x="962670" y="2874010"/>
                    <a:pt x="1045480" y="2773680"/>
                    <a:pt x="1115639" y="2669540"/>
                  </a:cubicBezTo>
                  <a:cubicBezTo>
                    <a:pt x="1188098" y="2562860"/>
                    <a:pt x="1275508" y="2466340"/>
                    <a:pt x="1344517" y="2352040"/>
                  </a:cubicBezTo>
                  <a:cubicBezTo>
                    <a:pt x="1415826" y="2233930"/>
                    <a:pt x="1484835" y="2101850"/>
                    <a:pt x="1535441" y="1972310"/>
                  </a:cubicBezTo>
                  <a:cubicBezTo>
                    <a:pt x="1582597" y="1845310"/>
                    <a:pt x="1610200" y="1713230"/>
                    <a:pt x="1640104" y="1583690"/>
                  </a:cubicBezTo>
                  <a:cubicBezTo>
                    <a:pt x="1671158" y="1454150"/>
                    <a:pt x="1707962" y="1322070"/>
                    <a:pt x="1720614" y="1193800"/>
                  </a:cubicBezTo>
                  <a:cubicBezTo>
                    <a:pt x="1732115" y="1073150"/>
                    <a:pt x="1726365" y="955040"/>
                    <a:pt x="1714863" y="834390"/>
                  </a:cubicBezTo>
                  <a:cubicBezTo>
                    <a:pt x="1702212" y="707390"/>
                    <a:pt x="1652755" y="543560"/>
                    <a:pt x="1642404" y="450850"/>
                  </a:cubicBezTo>
                  <a:cubicBezTo>
                    <a:pt x="1636654" y="400050"/>
                    <a:pt x="1633203" y="369570"/>
                    <a:pt x="1637804" y="330200"/>
                  </a:cubicBezTo>
                  <a:cubicBezTo>
                    <a:pt x="1642404" y="290830"/>
                    <a:pt x="1653906" y="250190"/>
                    <a:pt x="1668858" y="214630"/>
                  </a:cubicBezTo>
                  <a:cubicBezTo>
                    <a:pt x="1684960" y="177800"/>
                    <a:pt x="1706812" y="143510"/>
                    <a:pt x="1732115" y="115570"/>
                  </a:cubicBezTo>
                  <a:cubicBezTo>
                    <a:pt x="1757418" y="86360"/>
                    <a:pt x="1788472" y="60960"/>
                    <a:pt x="1820676" y="43180"/>
                  </a:cubicBezTo>
                  <a:cubicBezTo>
                    <a:pt x="1852880" y="25400"/>
                    <a:pt x="1889685" y="12700"/>
                    <a:pt x="1925339" y="6350"/>
                  </a:cubicBezTo>
                  <a:cubicBezTo>
                    <a:pt x="1960994" y="0"/>
                    <a:pt x="1998949" y="1270"/>
                    <a:pt x="2034603" y="8890"/>
                  </a:cubicBezTo>
                  <a:cubicBezTo>
                    <a:pt x="2070258" y="15240"/>
                    <a:pt x="2105912" y="29210"/>
                    <a:pt x="2138116" y="49530"/>
                  </a:cubicBezTo>
                  <a:cubicBezTo>
                    <a:pt x="2169170" y="68580"/>
                    <a:pt x="2200224" y="93980"/>
                    <a:pt x="2224377" y="123190"/>
                  </a:cubicBezTo>
                  <a:cubicBezTo>
                    <a:pt x="2248530" y="153670"/>
                    <a:pt x="2269232" y="189230"/>
                    <a:pt x="2284184" y="224790"/>
                  </a:cubicBezTo>
                  <a:cubicBezTo>
                    <a:pt x="2299136" y="261620"/>
                    <a:pt x="2308337" y="302260"/>
                    <a:pt x="2311788" y="342900"/>
                  </a:cubicBezTo>
                  <a:cubicBezTo>
                    <a:pt x="2315238" y="382270"/>
                    <a:pt x="2312938" y="424180"/>
                    <a:pt x="2304887" y="463550"/>
                  </a:cubicBezTo>
                  <a:cubicBezTo>
                    <a:pt x="2295686" y="501650"/>
                    <a:pt x="2280734" y="541020"/>
                    <a:pt x="2262331" y="575310"/>
                  </a:cubicBezTo>
                  <a:cubicBezTo>
                    <a:pt x="2242779" y="608330"/>
                    <a:pt x="2217476" y="640080"/>
                    <a:pt x="2189872" y="665480"/>
                  </a:cubicBezTo>
                  <a:cubicBezTo>
                    <a:pt x="2162269" y="690880"/>
                    <a:pt x="2128915" y="712470"/>
                    <a:pt x="2094411" y="726440"/>
                  </a:cubicBezTo>
                  <a:cubicBezTo>
                    <a:pt x="2061056" y="740410"/>
                    <a:pt x="2023101" y="749300"/>
                    <a:pt x="1987447" y="750570"/>
                  </a:cubicBezTo>
                  <a:cubicBezTo>
                    <a:pt x="1951793" y="751840"/>
                    <a:pt x="1912688" y="746760"/>
                    <a:pt x="1878184" y="735330"/>
                  </a:cubicBezTo>
                  <a:cubicBezTo>
                    <a:pt x="1843679" y="723900"/>
                    <a:pt x="1809175" y="706120"/>
                    <a:pt x="1779271" y="683260"/>
                  </a:cubicBezTo>
                  <a:cubicBezTo>
                    <a:pt x="1750518" y="660400"/>
                    <a:pt x="1722914" y="629920"/>
                    <a:pt x="1701061" y="598170"/>
                  </a:cubicBezTo>
                  <a:cubicBezTo>
                    <a:pt x="1680359" y="566420"/>
                    <a:pt x="1661957" y="528320"/>
                    <a:pt x="1651605" y="490220"/>
                  </a:cubicBezTo>
                  <a:cubicBezTo>
                    <a:pt x="1640104" y="452120"/>
                    <a:pt x="1635503" y="410210"/>
                    <a:pt x="1635503" y="370840"/>
                  </a:cubicBezTo>
                  <a:cubicBezTo>
                    <a:pt x="1636654" y="330200"/>
                    <a:pt x="1642404" y="289560"/>
                    <a:pt x="1655056" y="251460"/>
                  </a:cubicBezTo>
                  <a:cubicBezTo>
                    <a:pt x="1666557" y="213360"/>
                    <a:pt x="1686110" y="176530"/>
                    <a:pt x="1707962" y="144780"/>
                  </a:cubicBezTo>
                  <a:cubicBezTo>
                    <a:pt x="1729815" y="114300"/>
                    <a:pt x="1758569" y="85090"/>
                    <a:pt x="1788472" y="63500"/>
                  </a:cubicBezTo>
                  <a:cubicBezTo>
                    <a:pt x="1819526" y="41910"/>
                    <a:pt x="1854031" y="24130"/>
                    <a:pt x="1889685" y="13970"/>
                  </a:cubicBezTo>
                  <a:cubicBezTo>
                    <a:pt x="1924189" y="5080"/>
                    <a:pt x="1962144" y="0"/>
                    <a:pt x="1997798" y="3810"/>
                  </a:cubicBezTo>
                  <a:cubicBezTo>
                    <a:pt x="2034603" y="6350"/>
                    <a:pt x="2071408" y="16510"/>
                    <a:pt x="2104762" y="31750"/>
                  </a:cubicBezTo>
                  <a:cubicBezTo>
                    <a:pt x="2138116" y="46990"/>
                    <a:pt x="2171470" y="68580"/>
                    <a:pt x="2197924" y="95250"/>
                  </a:cubicBezTo>
                  <a:cubicBezTo>
                    <a:pt x="2225527" y="121920"/>
                    <a:pt x="2249680" y="154940"/>
                    <a:pt x="2268082" y="189230"/>
                  </a:cubicBezTo>
                  <a:cubicBezTo>
                    <a:pt x="2285334" y="223520"/>
                    <a:pt x="2294536" y="255270"/>
                    <a:pt x="2307187" y="302260"/>
                  </a:cubicBezTo>
                  <a:cubicBezTo>
                    <a:pt x="2324439" y="372110"/>
                    <a:pt x="2340541" y="473710"/>
                    <a:pt x="2355493" y="571500"/>
                  </a:cubicBezTo>
                  <a:cubicBezTo>
                    <a:pt x="2372745" y="684530"/>
                    <a:pt x="2399198" y="815340"/>
                    <a:pt x="2403799" y="942340"/>
                  </a:cubicBezTo>
                  <a:cubicBezTo>
                    <a:pt x="2408400" y="1073150"/>
                    <a:pt x="2396898" y="1209040"/>
                    <a:pt x="2380796" y="1346200"/>
                  </a:cubicBezTo>
                  <a:cubicBezTo>
                    <a:pt x="2362394" y="1488440"/>
                    <a:pt x="2330190" y="1629410"/>
                    <a:pt x="2295686" y="1780540"/>
                  </a:cubicBezTo>
                  <a:cubicBezTo>
                    <a:pt x="2257731" y="1945640"/>
                    <a:pt x="2219776" y="2127250"/>
                    <a:pt x="2157668" y="2296160"/>
                  </a:cubicBezTo>
                  <a:cubicBezTo>
                    <a:pt x="2092110" y="2471420"/>
                    <a:pt x="1992048" y="2669540"/>
                    <a:pt x="1910388" y="2810510"/>
                  </a:cubicBezTo>
                  <a:cubicBezTo>
                    <a:pt x="1847130" y="2918460"/>
                    <a:pt x="1780421" y="2980690"/>
                    <a:pt x="1722914" y="3082290"/>
                  </a:cubicBezTo>
                  <a:cubicBezTo>
                    <a:pt x="1656206" y="3197860"/>
                    <a:pt x="1554993" y="3343910"/>
                    <a:pt x="1541192" y="3470910"/>
                  </a:cubicBezTo>
                  <a:cubicBezTo>
                    <a:pt x="1528540" y="3585210"/>
                    <a:pt x="1572245" y="3703320"/>
                    <a:pt x="1611350" y="3808729"/>
                  </a:cubicBezTo>
                  <a:cubicBezTo>
                    <a:pt x="1650455" y="3911600"/>
                    <a:pt x="1716013" y="4001770"/>
                    <a:pt x="1774671" y="4094479"/>
                  </a:cubicBezTo>
                  <a:cubicBezTo>
                    <a:pt x="1834478" y="4189729"/>
                    <a:pt x="1906937" y="4269740"/>
                    <a:pt x="1969045" y="4370070"/>
                  </a:cubicBezTo>
                  <a:cubicBezTo>
                    <a:pt x="2038053" y="4480560"/>
                    <a:pt x="2124314" y="4602479"/>
                    <a:pt x="2168020" y="4732020"/>
                  </a:cubicBezTo>
                  <a:cubicBezTo>
                    <a:pt x="2211725" y="4860290"/>
                    <a:pt x="2239329" y="5006340"/>
                    <a:pt x="2230127" y="5143500"/>
                  </a:cubicBezTo>
                  <a:cubicBezTo>
                    <a:pt x="2220926" y="5287010"/>
                    <a:pt x="2165720" y="5453379"/>
                    <a:pt x="2104762" y="5576570"/>
                  </a:cubicBezTo>
                  <a:cubicBezTo>
                    <a:pt x="2049555" y="5688329"/>
                    <a:pt x="1965594" y="5772150"/>
                    <a:pt x="1894286" y="5863590"/>
                  </a:cubicBezTo>
                  <a:cubicBezTo>
                    <a:pt x="1825277" y="5951220"/>
                    <a:pt x="1750518" y="6027420"/>
                    <a:pt x="1682659" y="6115050"/>
                  </a:cubicBezTo>
                  <a:cubicBezTo>
                    <a:pt x="1613651" y="6203950"/>
                    <a:pt x="1538891" y="6287770"/>
                    <a:pt x="1484835" y="6391910"/>
                  </a:cubicBezTo>
                  <a:cubicBezTo>
                    <a:pt x="1426177" y="6503670"/>
                    <a:pt x="1356019" y="6643370"/>
                    <a:pt x="1347968" y="6766560"/>
                  </a:cubicBezTo>
                  <a:cubicBezTo>
                    <a:pt x="1339917" y="6879589"/>
                    <a:pt x="1387072" y="6993889"/>
                    <a:pt x="1421577" y="7101839"/>
                  </a:cubicBezTo>
                  <a:cubicBezTo>
                    <a:pt x="1454931" y="7209789"/>
                    <a:pt x="1496336" y="7291070"/>
                    <a:pt x="1551543" y="7411720"/>
                  </a:cubicBezTo>
                  <a:cubicBezTo>
                    <a:pt x="1633203" y="7588250"/>
                    <a:pt x="1809175" y="7863839"/>
                    <a:pt x="1871283" y="8056879"/>
                  </a:cubicBezTo>
                  <a:cubicBezTo>
                    <a:pt x="1917288" y="8197850"/>
                    <a:pt x="1946042" y="8319770"/>
                    <a:pt x="1936841" y="8445500"/>
                  </a:cubicBezTo>
                  <a:cubicBezTo>
                    <a:pt x="1928790" y="8569960"/>
                    <a:pt x="1878184" y="8698229"/>
                    <a:pt x="1821827" y="8809989"/>
                  </a:cubicBezTo>
                  <a:cubicBezTo>
                    <a:pt x="1763169" y="8925560"/>
                    <a:pt x="1668858" y="9030970"/>
                    <a:pt x="1590648" y="9127489"/>
                  </a:cubicBezTo>
                  <a:cubicBezTo>
                    <a:pt x="1519339" y="9215120"/>
                    <a:pt x="1443429" y="9282429"/>
                    <a:pt x="1374421" y="9367520"/>
                  </a:cubicBezTo>
                  <a:cubicBezTo>
                    <a:pt x="1301962" y="9456420"/>
                    <a:pt x="1215701" y="9546589"/>
                    <a:pt x="1166245" y="9652000"/>
                  </a:cubicBezTo>
                  <a:cubicBezTo>
                    <a:pt x="1116789" y="9756139"/>
                    <a:pt x="1081134" y="9879329"/>
                    <a:pt x="1075384" y="9996170"/>
                  </a:cubicBezTo>
                  <a:cubicBezTo>
                    <a:pt x="1069633" y="10111739"/>
                    <a:pt x="1089185" y="10245089"/>
                    <a:pt x="1132891" y="10347960"/>
                  </a:cubicBezTo>
                  <a:cubicBezTo>
                    <a:pt x="1174296" y="10449560"/>
                    <a:pt x="1264007" y="10520679"/>
                    <a:pt x="1323815" y="10610850"/>
                  </a:cubicBezTo>
                  <a:cubicBezTo>
                    <a:pt x="1384772" y="10701020"/>
                    <a:pt x="1437679" y="10784839"/>
                    <a:pt x="1494036" y="10887710"/>
                  </a:cubicBezTo>
                  <a:cubicBezTo>
                    <a:pt x="1560744" y="11008360"/>
                    <a:pt x="1644704" y="11159489"/>
                    <a:pt x="1691860" y="11291570"/>
                  </a:cubicBezTo>
                  <a:cubicBezTo>
                    <a:pt x="1732115" y="11405870"/>
                    <a:pt x="1764319" y="11512550"/>
                    <a:pt x="1772370" y="11629389"/>
                  </a:cubicBezTo>
                  <a:cubicBezTo>
                    <a:pt x="1781571" y="11747500"/>
                    <a:pt x="1768920" y="11878310"/>
                    <a:pt x="1737866" y="11995150"/>
                  </a:cubicBezTo>
                  <a:cubicBezTo>
                    <a:pt x="1705662" y="12113260"/>
                    <a:pt x="1642404" y="12223750"/>
                    <a:pt x="1582597" y="12330429"/>
                  </a:cubicBezTo>
                  <a:cubicBezTo>
                    <a:pt x="1521639" y="12439650"/>
                    <a:pt x="1461832" y="12529820"/>
                    <a:pt x="1374421" y="12644120"/>
                  </a:cubicBezTo>
                  <a:cubicBezTo>
                    <a:pt x="1254806" y="12800329"/>
                    <a:pt x="1045480" y="13004800"/>
                    <a:pt x="917814" y="13166089"/>
                  </a:cubicBezTo>
                  <a:cubicBezTo>
                    <a:pt x="816601" y="13294359"/>
                    <a:pt x="690086" y="13399770"/>
                    <a:pt x="660182" y="13525500"/>
                  </a:cubicBezTo>
                  <a:cubicBezTo>
                    <a:pt x="632578" y="13633450"/>
                    <a:pt x="669383" y="13729970"/>
                    <a:pt x="703887" y="13863320"/>
                  </a:cubicBezTo>
                  <a:cubicBezTo>
                    <a:pt x="757944" y="14075409"/>
                    <a:pt x="902862" y="14414500"/>
                    <a:pt x="1016726" y="14655800"/>
                  </a:cubicBezTo>
                  <a:cubicBezTo>
                    <a:pt x="1119089" y="14871700"/>
                    <a:pt x="1295061" y="15144750"/>
                    <a:pt x="1345667" y="15248889"/>
                  </a:cubicBezTo>
                  <a:cubicBezTo>
                    <a:pt x="1362919" y="15284450"/>
                    <a:pt x="1368670" y="15297150"/>
                    <a:pt x="1376721" y="15323820"/>
                  </a:cubicBezTo>
                  <a:cubicBezTo>
                    <a:pt x="1383622" y="15349220"/>
                    <a:pt x="1388223" y="15377159"/>
                    <a:pt x="1390523" y="15403830"/>
                  </a:cubicBezTo>
                  <a:cubicBezTo>
                    <a:pt x="1391673" y="15430500"/>
                    <a:pt x="1390523" y="15458439"/>
                    <a:pt x="1385922" y="15485109"/>
                  </a:cubicBezTo>
                  <a:cubicBezTo>
                    <a:pt x="1381322" y="15511780"/>
                    <a:pt x="1374421" y="15539720"/>
                    <a:pt x="1364070" y="15563850"/>
                  </a:cubicBezTo>
                  <a:cubicBezTo>
                    <a:pt x="1353718" y="15589250"/>
                    <a:pt x="1341067" y="15613380"/>
                    <a:pt x="1326115" y="15634970"/>
                  </a:cubicBezTo>
                  <a:cubicBezTo>
                    <a:pt x="1311163" y="15655289"/>
                    <a:pt x="1292761" y="15675609"/>
                    <a:pt x="1274358" y="15692120"/>
                  </a:cubicBezTo>
                  <a:cubicBezTo>
                    <a:pt x="1254806" y="15709900"/>
                    <a:pt x="1232953" y="15723870"/>
                    <a:pt x="1209950" y="15735300"/>
                  </a:cubicBezTo>
                  <a:cubicBezTo>
                    <a:pt x="1188098" y="15746730"/>
                    <a:pt x="1163945" y="15755620"/>
                    <a:pt x="1139792" y="15760700"/>
                  </a:cubicBezTo>
                  <a:cubicBezTo>
                    <a:pt x="1115639" y="15764509"/>
                    <a:pt x="1090335" y="15767050"/>
                    <a:pt x="1066182" y="15765780"/>
                  </a:cubicBezTo>
                  <a:cubicBezTo>
                    <a:pt x="1040879" y="15764509"/>
                    <a:pt x="1015576" y="15759430"/>
                    <a:pt x="992573" y="15750539"/>
                  </a:cubicBezTo>
                  <a:cubicBezTo>
                    <a:pt x="969570" y="15742920"/>
                    <a:pt x="945417" y="15731489"/>
                    <a:pt x="924715" y="15717520"/>
                  </a:cubicBezTo>
                  <a:cubicBezTo>
                    <a:pt x="904012" y="15703550"/>
                    <a:pt x="883310" y="15687039"/>
                    <a:pt x="866057" y="15667989"/>
                  </a:cubicBezTo>
                  <a:cubicBezTo>
                    <a:pt x="848805" y="15648939"/>
                    <a:pt x="820052" y="15603220"/>
                    <a:pt x="820052" y="15603220"/>
                  </a:cubicBezTo>
                </a:path>
              </a:pathLst>
            </a:custGeom>
            <a:solidFill>
              <a:srgbClr val="FFBB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026" name="Picture 2" descr="Node.js Logo PNG Vector (SVG) Free Download">
            <a:extLst>
              <a:ext uri="{FF2B5EF4-FFF2-40B4-BE49-F238E27FC236}">
                <a16:creationId xmlns:a16="http://schemas.microsoft.com/office/drawing/2014/main" id="{BDBFF212-699C-577F-F979-037433981D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547" b="35023"/>
          <a:stretch/>
        </p:blipFill>
        <p:spPr bwMode="auto">
          <a:xfrm>
            <a:off x="10520769" y="8290095"/>
            <a:ext cx="2734038" cy="831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20906" y="7638820"/>
            <a:ext cx="3579538" cy="1619480"/>
            <a:chOff x="0" y="0"/>
            <a:chExt cx="942759" cy="4265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2759" cy="426530"/>
            </a:xfrm>
            <a:custGeom>
              <a:avLst/>
              <a:gdLst/>
              <a:ahLst/>
              <a:cxnLst/>
              <a:rect l="l" t="t" r="r" b="b"/>
              <a:pathLst>
                <a:path w="942759" h="426530">
                  <a:moveTo>
                    <a:pt x="110304" y="0"/>
                  </a:moveTo>
                  <a:lnTo>
                    <a:pt x="832455" y="0"/>
                  </a:lnTo>
                  <a:cubicBezTo>
                    <a:pt x="893374" y="0"/>
                    <a:pt x="942759" y="49385"/>
                    <a:pt x="942759" y="110304"/>
                  </a:cubicBezTo>
                  <a:lnTo>
                    <a:pt x="942759" y="316225"/>
                  </a:lnTo>
                  <a:cubicBezTo>
                    <a:pt x="942759" y="377145"/>
                    <a:pt x="893374" y="426530"/>
                    <a:pt x="832455" y="426530"/>
                  </a:cubicBezTo>
                  <a:lnTo>
                    <a:pt x="110304" y="426530"/>
                  </a:lnTo>
                  <a:cubicBezTo>
                    <a:pt x="49385" y="426530"/>
                    <a:pt x="0" y="377145"/>
                    <a:pt x="0" y="316225"/>
                  </a:cubicBezTo>
                  <a:lnTo>
                    <a:pt x="0" y="110304"/>
                  </a:lnTo>
                  <a:cubicBezTo>
                    <a:pt x="0" y="49385"/>
                    <a:pt x="49385" y="0"/>
                    <a:pt x="110304" y="0"/>
                  </a:cubicBezTo>
                  <a:close/>
                </a:path>
              </a:pathLst>
            </a:custGeom>
            <a:solidFill>
              <a:srgbClr val="DDDDD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942759" cy="464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372552" y="5148262"/>
            <a:ext cx="4758690" cy="5298758"/>
            <a:chOff x="0" y="0"/>
            <a:chExt cx="6344920" cy="7065010"/>
          </a:xfrm>
        </p:grpSpPr>
        <p:sp>
          <p:nvSpPr>
            <p:cNvPr id="6" name="Freeform 6"/>
            <p:cNvSpPr/>
            <p:nvPr/>
          </p:nvSpPr>
          <p:spPr>
            <a:xfrm>
              <a:off x="49530" y="49530"/>
              <a:ext cx="6249670" cy="6965950"/>
            </a:xfrm>
            <a:custGeom>
              <a:avLst/>
              <a:gdLst/>
              <a:ahLst/>
              <a:cxnLst/>
              <a:rect l="l" t="t" r="r" b="b"/>
              <a:pathLst>
                <a:path w="6249670" h="6965950">
                  <a:moveTo>
                    <a:pt x="5380990" y="6565900"/>
                  </a:moveTo>
                  <a:cubicBezTo>
                    <a:pt x="5496560" y="6019800"/>
                    <a:pt x="5516880" y="5914390"/>
                    <a:pt x="5533390" y="5773420"/>
                  </a:cubicBezTo>
                  <a:cubicBezTo>
                    <a:pt x="5554980" y="5593080"/>
                    <a:pt x="5575300" y="5354320"/>
                    <a:pt x="5582920" y="5153660"/>
                  </a:cubicBezTo>
                  <a:cubicBezTo>
                    <a:pt x="5589270" y="4965700"/>
                    <a:pt x="5623560" y="4766310"/>
                    <a:pt x="5579110" y="4607560"/>
                  </a:cubicBezTo>
                  <a:cubicBezTo>
                    <a:pt x="5541010" y="4469130"/>
                    <a:pt x="5461000" y="4335780"/>
                    <a:pt x="5364480" y="4244340"/>
                  </a:cubicBezTo>
                  <a:cubicBezTo>
                    <a:pt x="5270500" y="4156710"/>
                    <a:pt x="5166360" y="4123690"/>
                    <a:pt x="5011420" y="4065270"/>
                  </a:cubicBezTo>
                  <a:cubicBezTo>
                    <a:pt x="4744720" y="3966210"/>
                    <a:pt x="4241800" y="3865880"/>
                    <a:pt x="3879850" y="3785870"/>
                  </a:cubicBezTo>
                  <a:cubicBezTo>
                    <a:pt x="3547110" y="3713480"/>
                    <a:pt x="3181350" y="3663950"/>
                    <a:pt x="2919730" y="3602990"/>
                  </a:cubicBezTo>
                  <a:cubicBezTo>
                    <a:pt x="2735580" y="3559810"/>
                    <a:pt x="2621280" y="3533140"/>
                    <a:pt x="2453640" y="3474720"/>
                  </a:cubicBezTo>
                  <a:cubicBezTo>
                    <a:pt x="2244090" y="3401060"/>
                    <a:pt x="1960880" y="3285490"/>
                    <a:pt x="1765300" y="3176270"/>
                  </a:cubicBezTo>
                  <a:cubicBezTo>
                    <a:pt x="1606550" y="3086100"/>
                    <a:pt x="1482090" y="2995930"/>
                    <a:pt x="1356360" y="2887980"/>
                  </a:cubicBezTo>
                  <a:cubicBezTo>
                    <a:pt x="1230630" y="2780030"/>
                    <a:pt x="1113790" y="2654300"/>
                    <a:pt x="1009650" y="2524760"/>
                  </a:cubicBezTo>
                  <a:cubicBezTo>
                    <a:pt x="906780" y="2396490"/>
                    <a:pt x="819150" y="2259330"/>
                    <a:pt x="736600" y="2114550"/>
                  </a:cubicBezTo>
                  <a:cubicBezTo>
                    <a:pt x="648970" y="1963420"/>
                    <a:pt x="586740" y="1817370"/>
                    <a:pt x="502920" y="1634490"/>
                  </a:cubicBezTo>
                  <a:cubicBezTo>
                    <a:pt x="396240" y="1399540"/>
                    <a:pt x="240030" y="1047750"/>
                    <a:pt x="153670" y="819150"/>
                  </a:cubicBezTo>
                  <a:cubicBezTo>
                    <a:pt x="92710" y="659130"/>
                    <a:pt x="35560" y="496570"/>
                    <a:pt x="13970" y="403860"/>
                  </a:cubicBezTo>
                  <a:cubicBezTo>
                    <a:pt x="3810" y="360680"/>
                    <a:pt x="0" y="336550"/>
                    <a:pt x="1270" y="303530"/>
                  </a:cubicBezTo>
                  <a:cubicBezTo>
                    <a:pt x="2540" y="270510"/>
                    <a:pt x="8890" y="234950"/>
                    <a:pt x="21590" y="204470"/>
                  </a:cubicBezTo>
                  <a:cubicBezTo>
                    <a:pt x="33020" y="172720"/>
                    <a:pt x="50800" y="142240"/>
                    <a:pt x="72390" y="116840"/>
                  </a:cubicBezTo>
                  <a:cubicBezTo>
                    <a:pt x="92710" y="90170"/>
                    <a:pt x="119380" y="67310"/>
                    <a:pt x="148590" y="49530"/>
                  </a:cubicBezTo>
                  <a:cubicBezTo>
                    <a:pt x="176530" y="31750"/>
                    <a:pt x="209550" y="17780"/>
                    <a:pt x="241300" y="10160"/>
                  </a:cubicBezTo>
                  <a:cubicBezTo>
                    <a:pt x="274320" y="2540"/>
                    <a:pt x="309880" y="0"/>
                    <a:pt x="342900" y="2540"/>
                  </a:cubicBezTo>
                  <a:cubicBezTo>
                    <a:pt x="375920" y="6350"/>
                    <a:pt x="410210" y="15240"/>
                    <a:pt x="440690" y="27940"/>
                  </a:cubicBezTo>
                  <a:cubicBezTo>
                    <a:pt x="471170" y="41910"/>
                    <a:pt x="501650" y="60960"/>
                    <a:pt x="525780" y="83820"/>
                  </a:cubicBezTo>
                  <a:cubicBezTo>
                    <a:pt x="551180" y="106680"/>
                    <a:pt x="572770" y="134620"/>
                    <a:pt x="589280" y="163830"/>
                  </a:cubicBezTo>
                  <a:cubicBezTo>
                    <a:pt x="604520" y="193040"/>
                    <a:pt x="617220" y="226060"/>
                    <a:pt x="623570" y="259080"/>
                  </a:cubicBezTo>
                  <a:cubicBezTo>
                    <a:pt x="628650" y="292100"/>
                    <a:pt x="629920" y="327660"/>
                    <a:pt x="624840" y="360680"/>
                  </a:cubicBezTo>
                  <a:cubicBezTo>
                    <a:pt x="619760" y="393700"/>
                    <a:pt x="609600" y="426720"/>
                    <a:pt x="594360" y="457200"/>
                  </a:cubicBezTo>
                  <a:cubicBezTo>
                    <a:pt x="579120" y="486410"/>
                    <a:pt x="557530" y="515620"/>
                    <a:pt x="534670" y="538480"/>
                  </a:cubicBezTo>
                  <a:cubicBezTo>
                    <a:pt x="510540" y="562610"/>
                    <a:pt x="481330" y="582930"/>
                    <a:pt x="450850" y="596900"/>
                  </a:cubicBezTo>
                  <a:cubicBezTo>
                    <a:pt x="421640" y="612140"/>
                    <a:pt x="387350" y="622300"/>
                    <a:pt x="354330" y="626110"/>
                  </a:cubicBezTo>
                  <a:cubicBezTo>
                    <a:pt x="321310" y="629920"/>
                    <a:pt x="285750" y="628650"/>
                    <a:pt x="252730" y="622300"/>
                  </a:cubicBezTo>
                  <a:cubicBezTo>
                    <a:pt x="219710" y="615950"/>
                    <a:pt x="186690" y="603250"/>
                    <a:pt x="157480" y="586740"/>
                  </a:cubicBezTo>
                  <a:cubicBezTo>
                    <a:pt x="128270" y="570230"/>
                    <a:pt x="101600" y="547370"/>
                    <a:pt x="78740" y="521970"/>
                  </a:cubicBezTo>
                  <a:cubicBezTo>
                    <a:pt x="57150" y="497840"/>
                    <a:pt x="38100" y="467360"/>
                    <a:pt x="25400" y="436880"/>
                  </a:cubicBezTo>
                  <a:cubicBezTo>
                    <a:pt x="12700" y="405130"/>
                    <a:pt x="3810" y="370840"/>
                    <a:pt x="1270" y="337820"/>
                  </a:cubicBezTo>
                  <a:cubicBezTo>
                    <a:pt x="0" y="304800"/>
                    <a:pt x="2540" y="269240"/>
                    <a:pt x="11430" y="236220"/>
                  </a:cubicBezTo>
                  <a:cubicBezTo>
                    <a:pt x="19050" y="204470"/>
                    <a:pt x="34290" y="171450"/>
                    <a:pt x="52070" y="143510"/>
                  </a:cubicBezTo>
                  <a:cubicBezTo>
                    <a:pt x="69850" y="115570"/>
                    <a:pt x="93980" y="90170"/>
                    <a:pt x="120650" y="68580"/>
                  </a:cubicBezTo>
                  <a:cubicBezTo>
                    <a:pt x="146050" y="48260"/>
                    <a:pt x="177800" y="30480"/>
                    <a:pt x="209550" y="20320"/>
                  </a:cubicBezTo>
                  <a:cubicBezTo>
                    <a:pt x="241300" y="8890"/>
                    <a:pt x="275590" y="2540"/>
                    <a:pt x="308610" y="1270"/>
                  </a:cubicBezTo>
                  <a:cubicBezTo>
                    <a:pt x="342900" y="1270"/>
                    <a:pt x="377190" y="6350"/>
                    <a:pt x="408940" y="16510"/>
                  </a:cubicBezTo>
                  <a:cubicBezTo>
                    <a:pt x="440690" y="26670"/>
                    <a:pt x="472440" y="43180"/>
                    <a:pt x="500380" y="62230"/>
                  </a:cubicBezTo>
                  <a:cubicBezTo>
                    <a:pt x="527050" y="82550"/>
                    <a:pt x="551180" y="107950"/>
                    <a:pt x="571500" y="134620"/>
                  </a:cubicBezTo>
                  <a:cubicBezTo>
                    <a:pt x="590550" y="162560"/>
                    <a:pt x="599440" y="184150"/>
                    <a:pt x="614680" y="226060"/>
                  </a:cubicBezTo>
                  <a:cubicBezTo>
                    <a:pt x="645160" y="304800"/>
                    <a:pt x="674370" y="466090"/>
                    <a:pt x="715010" y="585470"/>
                  </a:cubicBezTo>
                  <a:cubicBezTo>
                    <a:pt x="756920" y="706120"/>
                    <a:pt x="810260" y="819150"/>
                    <a:pt x="863600" y="943610"/>
                  </a:cubicBezTo>
                  <a:cubicBezTo>
                    <a:pt x="920750" y="1079500"/>
                    <a:pt x="984250" y="1228090"/>
                    <a:pt x="1049020" y="1367790"/>
                  </a:cubicBezTo>
                  <a:cubicBezTo>
                    <a:pt x="1113790" y="1504950"/>
                    <a:pt x="1179830" y="1649730"/>
                    <a:pt x="1252220" y="1776730"/>
                  </a:cubicBezTo>
                  <a:cubicBezTo>
                    <a:pt x="1318260" y="1893570"/>
                    <a:pt x="1384300" y="2001520"/>
                    <a:pt x="1463040" y="2103120"/>
                  </a:cubicBezTo>
                  <a:cubicBezTo>
                    <a:pt x="1539240" y="2202180"/>
                    <a:pt x="1619250" y="2296160"/>
                    <a:pt x="1715770" y="2379980"/>
                  </a:cubicBezTo>
                  <a:cubicBezTo>
                    <a:pt x="1817370" y="2468880"/>
                    <a:pt x="1929130" y="2545080"/>
                    <a:pt x="2061210" y="2621280"/>
                  </a:cubicBezTo>
                  <a:cubicBezTo>
                    <a:pt x="2221230" y="2712720"/>
                    <a:pt x="2443480" y="2813050"/>
                    <a:pt x="2616200" y="2875280"/>
                  </a:cubicBezTo>
                  <a:cubicBezTo>
                    <a:pt x="2760980" y="2927350"/>
                    <a:pt x="2858770" y="2950210"/>
                    <a:pt x="3026410" y="2985770"/>
                  </a:cubicBezTo>
                  <a:cubicBezTo>
                    <a:pt x="3285490" y="3041650"/>
                    <a:pt x="3709670" y="3084830"/>
                    <a:pt x="4029710" y="3147060"/>
                  </a:cubicBezTo>
                  <a:cubicBezTo>
                    <a:pt x="4326890" y="3205480"/>
                    <a:pt x="4630420" y="3279140"/>
                    <a:pt x="4885690" y="3342640"/>
                  </a:cubicBezTo>
                  <a:cubicBezTo>
                    <a:pt x="5092700" y="3395980"/>
                    <a:pt x="5276850" y="3417570"/>
                    <a:pt x="5445760" y="3498850"/>
                  </a:cubicBezTo>
                  <a:cubicBezTo>
                    <a:pt x="5609590" y="3577590"/>
                    <a:pt x="5763260" y="3684270"/>
                    <a:pt x="5885180" y="3817620"/>
                  </a:cubicBezTo>
                  <a:cubicBezTo>
                    <a:pt x="6013450" y="3957320"/>
                    <a:pt x="6132830" y="4147820"/>
                    <a:pt x="6191250" y="4325620"/>
                  </a:cubicBezTo>
                  <a:cubicBezTo>
                    <a:pt x="6247130" y="4494530"/>
                    <a:pt x="6238240" y="4668520"/>
                    <a:pt x="6243320" y="4855211"/>
                  </a:cubicBezTo>
                  <a:cubicBezTo>
                    <a:pt x="6249670" y="5064761"/>
                    <a:pt x="6236970" y="5294630"/>
                    <a:pt x="6216650" y="5523230"/>
                  </a:cubicBezTo>
                  <a:cubicBezTo>
                    <a:pt x="6195060" y="5768340"/>
                    <a:pt x="6154420" y="6054090"/>
                    <a:pt x="6113780" y="6278880"/>
                  </a:cubicBezTo>
                  <a:cubicBezTo>
                    <a:pt x="6082030" y="6463031"/>
                    <a:pt x="6042660" y="6687820"/>
                    <a:pt x="6007100" y="6775450"/>
                  </a:cubicBezTo>
                  <a:cubicBezTo>
                    <a:pt x="5993130" y="6811010"/>
                    <a:pt x="5981700" y="6822440"/>
                    <a:pt x="5963920" y="6842760"/>
                  </a:cubicBezTo>
                  <a:cubicBezTo>
                    <a:pt x="5947410" y="6864350"/>
                    <a:pt x="5927090" y="6883400"/>
                    <a:pt x="5906770" y="6898640"/>
                  </a:cubicBezTo>
                  <a:cubicBezTo>
                    <a:pt x="5885180" y="6915150"/>
                    <a:pt x="5861050" y="6927850"/>
                    <a:pt x="5836920" y="6939281"/>
                  </a:cubicBezTo>
                  <a:cubicBezTo>
                    <a:pt x="5812790" y="6949440"/>
                    <a:pt x="5786120" y="6957060"/>
                    <a:pt x="5759450" y="6960870"/>
                  </a:cubicBezTo>
                  <a:cubicBezTo>
                    <a:pt x="5734050" y="6964681"/>
                    <a:pt x="5706110" y="6965950"/>
                    <a:pt x="5679440" y="6964681"/>
                  </a:cubicBezTo>
                  <a:cubicBezTo>
                    <a:pt x="5652770" y="6962140"/>
                    <a:pt x="5626100" y="6955790"/>
                    <a:pt x="5600700" y="6948170"/>
                  </a:cubicBezTo>
                  <a:cubicBezTo>
                    <a:pt x="5575300" y="6939281"/>
                    <a:pt x="5551170" y="6927850"/>
                    <a:pt x="5528310" y="6913881"/>
                  </a:cubicBezTo>
                  <a:cubicBezTo>
                    <a:pt x="5506720" y="6898640"/>
                    <a:pt x="5485130" y="6882131"/>
                    <a:pt x="5466080" y="6863081"/>
                  </a:cubicBezTo>
                  <a:cubicBezTo>
                    <a:pt x="5448300" y="6842760"/>
                    <a:pt x="5431790" y="6821170"/>
                    <a:pt x="5417820" y="6798310"/>
                  </a:cubicBezTo>
                  <a:cubicBezTo>
                    <a:pt x="5405120" y="6775450"/>
                    <a:pt x="5394960" y="6750050"/>
                    <a:pt x="5387340" y="6724650"/>
                  </a:cubicBezTo>
                  <a:cubicBezTo>
                    <a:pt x="5379720" y="6699250"/>
                    <a:pt x="5375910" y="6671310"/>
                    <a:pt x="5374640" y="6644640"/>
                  </a:cubicBezTo>
                  <a:cubicBezTo>
                    <a:pt x="5373370" y="6619240"/>
                    <a:pt x="5380990" y="6565900"/>
                    <a:pt x="5380990" y="6565900"/>
                  </a:cubicBezTo>
                </a:path>
              </a:pathLst>
            </a:custGeom>
            <a:solidFill>
              <a:srgbClr val="002E3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7638820"/>
            <a:ext cx="6087406" cy="1619480"/>
            <a:chOff x="0" y="0"/>
            <a:chExt cx="1603267" cy="4265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03267" cy="426530"/>
            </a:xfrm>
            <a:custGeom>
              <a:avLst/>
              <a:gdLst/>
              <a:ahLst/>
              <a:cxnLst/>
              <a:rect l="l" t="t" r="r" b="b"/>
              <a:pathLst>
                <a:path w="1603267" h="426530">
                  <a:moveTo>
                    <a:pt x="64861" y="0"/>
                  </a:moveTo>
                  <a:lnTo>
                    <a:pt x="1538406" y="0"/>
                  </a:lnTo>
                  <a:cubicBezTo>
                    <a:pt x="1574228" y="0"/>
                    <a:pt x="1603267" y="29039"/>
                    <a:pt x="1603267" y="64861"/>
                  </a:cubicBezTo>
                  <a:lnTo>
                    <a:pt x="1603267" y="361668"/>
                  </a:lnTo>
                  <a:cubicBezTo>
                    <a:pt x="1603267" y="397490"/>
                    <a:pt x="1574228" y="426530"/>
                    <a:pt x="1538406" y="426530"/>
                  </a:cubicBezTo>
                  <a:lnTo>
                    <a:pt x="64861" y="426530"/>
                  </a:lnTo>
                  <a:cubicBezTo>
                    <a:pt x="47659" y="426530"/>
                    <a:pt x="31161" y="419696"/>
                    <a:pt x="18997" y="407532"/>
                  </a:cubicBezTo>
                  <a:cubicBezTo>
                    <a:pt x="6834" y="395368"/>
                    <a:pt x="0" y="378870"/>
                    <a:pt x="0" y="361668"/>
                  </a:cubicBezTo>
                  <a:lnTo>
                    <a:pt x="0" y="64861"/>
                  </a:lnTo>
                  <a:cubicBezTo>
                    <a:pt x="0" y="29039"/>
                    <a:pt x="29039" y="0"/>
                    <a:pt x="64861" y="0"/>
                  </a:cubicBezTo>
                  <a:close/>
                </a:path>
              </a:pathLst>
            </a:custGeom>
            <a:solidFill>
              <a:srgbClr val="FFBB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603267" cy="464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048548" y="5769292"/>
            <a:ext cx="3449955" cy="5068253"/>
            <a:chOff x="0" y="0"/>
            <a:chExt cx="4599940" cy="6757670"/>
          </a:xfrm>
        </p:grpSpPr>
        <p:sp>
          <p:nvSpPr>
            <p:cNvPr id="11" name="Freeform 11"/>
            <p:cNvSpPr/>
            <p:nvPr/>
          </p:nvSpPr>
          <p:spPr>
            <a:xfrm>
              <a:off x="25400" y="49530"/>
              <a:ext cx="4525010" cy="6658610"/>
            </a:xfrm>
            <a:custGeom>
              <a:avLst/>
              <a:gdLst/>
              <a:ahLst/>
              <a:cxnLst/>
              <a:rect l="l" t="t" r="r" b="b"/>
              <a:pathLst>
                <a:path w="4525010" h="6658610">
                  <a:moveTo>
                    <a:pt x="4114800" y="834390"/>
                  </a:moveTo>
                  <a:cubicBezTo>
                    <a:pt x="3242310" y="687070"/>
                    <a:pt x="3097530" y="694690"/>
                    <a:pt x="2970530" y="739140"/>
                  </a:cubicBezTo>
                  <a:cubicBezTo>
                    <a:pt x="2856230" y="778510"/>
                    <a:pt x="2726690" y="838200"/>
                    <a:pt x="2670810" y="928370"/>
                  </a:cubicBezTo>
                  <a:cubicBezTo>
                    <a:pt x="2616200" y="1018540"/>
                    <a:pt x="2612390" y="1168400"/>
                    <a:pt x="2639060" y="1276350"/>
                  </a:cubicBezTo>
                  <a:cubicBezTo>
                    <a:pt x="2665730" y="1386840"/>
                    <a:pt x="2774950" y="1473200"/>
                    <a:pt x="2834640" y="1583690"/>
                  </a:cubicBezTo>
                  <a:cubicBezTo>
                    <a:pt x="2898140" y="1703070"/>
                    <a:pt x="2961640" y="1835150"/>
                    <a:pt x="3003550" y="1972310"/>
                  </a:cubicBezTo>
                  <a:cubicBezTo>
                    <a:pt x="3049270" y="2114550"/>
                    <a:pt x="3094990" y="2272030"/>
                    <a:pt x="3094990" y="2424430"/>
                  </a:cubicBezTo>
                  <a:cubicBezTo>
                    <a:pt x="3093720" y="2579370"/>
                    <a:pt x="3046730" y="2759710"/>
                    <a:pt x="2992120" y="2896870"/>
                  </a:cubicBezTo>
                  <a:cubicBezTo>
                    <a:pt x="2946400" y="3013710"/>
                    <a:pt x="2886710" y="3100070"/>
                    <a:pt x="2809240" y="3200400"/>
                  </a:cubicBezTo>
                  <a:cubicBezTo>
                    <a:pt x="2715260" y="3321050"/>
                    <a:pt x="2576830" y="3460750"/>
                    <a:pt x="2458720" y="3559810"/>
                  </a:cubicBezTo>
                  <a:cubicBezTo>
                    <a:pt x="2355850" y="3643630"/>
                    <a:pt x="2274570" y="3700780"/>
                    <a:pt x="2145030" y="3765550"/>
                  </a:cubicBezTo>
                  <a:cubicBezTo>
                    <a:pt x="1964690" y="3858260"/>
                    <a:pt x="1658620" y="3938270"/>
                    <a:pt x="1456690" y="4020820"/>
                  </a:cubicBezTo>
                  <a:cubicBezTo>
                    <a:pt x="1294130" y="4086860"/>
                    <a:pt x="1134110" y="4124960"/>
                    <a:pt x="1022350" y="4215130"/>
                  </a:cubicBezTo>
                  <a:cubicBezTo>
                    <a:pt x="924560" y="4293870"/>
                    <a:pt x="850900" y="4403090"/>
                    <a:pt x="805180" y="4511040"/>
                  </a:cubicBezTo>
                  <a:cubicBezTo>
                    <a:pt x="760730" y="4612640"/>
                    <a:pt x="748030" y="4730750"/>
                    <a:pt x="748030" y="4842510"/>
                  </a:cubicBezTo>
                  <a:cubicBezTo>
                    <a:pt x="748030" y="4955540"/>
                    <a:pt x="753110" y="5078730"/>
                    <a:pt x="803910" y="5186680"/>
                  </a:cubicBezTo>
                  <a:cubicBezTo>
                    <a:pt x="862330" y="5312410"/>
                    <a:pt x="990600" y="5452110"/>
                    <a:pt x="1106170" y="5537200"/>
                  </a:cubicBezTo>
                  <a:cubicBezTo>
                    <a:pt x="1212850" y="5615940"/>
                    <a:pt x="1336040" y="5646420"/>
                    <a:pt x="1465580" y="5694680"/>
                  </a:cubicBezTo>
                  <a:cubicBezTo>
                    <a:pt x="1611630" y="5749290"/>
                    <a:pt x="1781810" y="5802630"/>
                    <a:pt x="1939290" y="5843270"/>
                  </a:cubicBezTo>
                  <a:cubicBezTo>
                    <a:pt x="2091690" y="5882640"/>
                    <a:pt x="2240280" y="5909310"/>
                    <a:pt x="2395220" y="5935980"/>
                  </a:cubicBezTo>
                  <a:cubicBezTo>
                    <a:pt x="2555240" y="5962650"/>
                    <a:pt x="2785110" y="5976620"/>
                    <a:pt x="2886710" y="5999480"/>
                  </a:cubicBezTo>
                  <a:cubicBezTo>
                    <a:pt x="2933700" y="6009640"/>
                    <a:pt x="2957830" y="6014720"/>
                    <a:pt x="2988310" y="6031230"/>
                  </a:cubicBezTo>
                  <a:cubicBezTo>
                    <a:pt x="3020060" y="6046470"/>
                    <a:pt x="3050540" y="6069330"/>
                    <a:pt x="3075940" y="6093460"/>
                  </a:cubicBezTo>
                  <a:cubicBezTo>
                    <a:pt x="3100070" y="6118860"/>
                    <a:pt x="3121660" y="6149340"/>
                    <a:pt x="3136900" y="6181090"/>
                  </a:cubicBezTo>
                  <a:cubicBezTo>
                    <a:pt x="3152140" y="6212840"/>
                    <a:pt x="3163570" y="6248400"/>
                    <a:pt x="3168650" y="6283960"/>
                  </a:cubicBezTo>
                  <a:cubicBezTo>
                    <a:pt x="3172460" y="6318250"/>
                    <a:pt x="3171190" y="6356350"/>
                    <a:pt x="3164840" y="6390640"/>
                  </a:cubicBezTo>
                  <a:cubicBezTo>
                    <a:pt x="3157220" y="6424930"/>
                    <a:pt x="3144520" y="6460490"/>
                    <a:pt x="3126740" y="6490970"/>
                  </a:cubicBezTo>
                  <a:cubicBezTo>
                    <a:pt x="3110230" y="6521450"/>
                    <a:pt x="3086100" y="6550660"/>
                    <a:pt x="3059430" y="6573520"/>
                  </a:cubicBezTo>
                  <a:cubicBezTo>
                    <a:pt x="3032760" y="6597650"/>
                    <a:pt x="3001010" y="6616700"/>
                    <a:pt x="2969260" y="6630670"/>
                  </a:cubicBezTo>
                  <a:cubicBezTo>
                    <a:pt x="2936240" y="6644640"/>
                    <a:pt x="2900680" y="6653530"/>
                    <a:pt x="2865120" y="6656070"/>
                  </a:cubicBezTo>
                  <a:cubicBezTo>
                    <a:pt x="2829560" y="6658610"/>
                    <a:pt x="2792730" y="6656070"/>
                    <a:pt x="2758440" y="6647180"/>
                  </a:cubicBezTo>
                  <a:cubicBezTo>
                    <a:pt x="2724150" y="6638290"/>
                    <a:pt x="2689860" y="6623050"/>
                    <a:pt x="2660650" y="6604000"/>
                  </a:cubicBezTo>
                  <a:cubicBezTo>
                    <a:pt x="2631440" y="6584950"/>
                    <a:pt x="2603500" y="6559550"/>
                    <a:pt x="2580640" y="6531610"/>
                  </a:cubicBezTo>
                  <a:cubicBezTo>
                    <a:pt x="2559050" y="6504940"/>
                    <a:pt x="2541270" y="6471920"/>
                    <a:pt x="2528570" y="6438900"/>
                  </a:cubicBezTo>
                  <a:cubicBezTo>
                    <a:pt x="2517140" y="6405880"/>
                    <a:pt x="2510790" y="6369050"/>
                    <a:pt x="2509520" y="6333490"/>
                  </a:cubicBezTo>
                  <a:cubicBezTo>
                    <a:pt x="2508250" y="6297930"/>
                    <a:pt x="2513330" y="6261100"/>
                    <a:pt x="2524760" y="6226810"/>
                  </a:cubicBezTo>
                  <a:cubicBezTo>
                    <a:pt x="2534920" y="6193790"/>
                    <a:pt x="2551430" y="6160770"/>
                    <a:pt x="2573020" y="6131560"/>
                  </a:cubicBezTo>
                  <a:cubicBezTo>
                    <a:pt x="2593340" y="6103620"/>
                    <a:pt x="2620010" y="6076950"/>
                    <a:pt x="2649220" y="6056630"/>
                  </a:cubicBezTo>
                  <a:cubicBezTo>
                    <a:pt x="2677160" y="6036310"/>
                    <a:pt x="2711450" y="6019800"/>
                    <a:pt x="2744470" y="6009640"/>
                  </a:cubicBezTo>
                  <a:cubicBezTo>
                    <a:pt x="2778760" y="5999480"/>
                    <a:pt x="2815590" y="5994400"/>
                    <a:pt x="2851150" y="5995670"/>
                  </a:cubicBezTo>
                  <a:cubicBezTo>
                    <a:pt x="2886710" y="5996940"/>
                    <a:pt x="2923540" y="6004560"/>
                    <a:pt x="2956560" y="6015990"/>
                  </a:cubicBezTo>
                  <a:cubicBezTo>
                    <a:pt x="2989580" y="6028690"/>
                    <a:pt x="3021330" y="6047740"/>
                    <a:pt x="3049270" y="6069330"/>
                  </a:cubicBezTo>
                  <a:cubicBezTo>
                    <a:pt x="3075940" y="6092190"/>
                    <a:pt x="3101340" y="6120130"/>
                    <a:pt x="3120390" y="6149340"/>
                  </a:cubicBezTo>
                  <a:cubicBezTo>
                    <a:pt x="3138170" y="6179820"/>
                    <a:pt x="3153410" y="6214110"/>
                    <a:pt x="3161030" y="6248400"/>
                  </a:cubicBezTo>
                  <a:cubicBezTo>
                    <a:pt x="3169920" y="6282690"/>
                    <a:pt x="3172460" y="6319520"/>
                    <a:pt x="3169920" y="6355080"/>
                  </a:cubicBezTo>
                  <a:cubicBezTo>
                    <a:pt x="3166110" y="6390640"/>
                    <a:pt x="3157220" y="6426200"/>
                    <a:pt x="3143250" y="6459220"/>
                  </a:cubicBezTo>
                  <a:cubicBezTo>
                    <a:pt x="3129280" y="6490970"/>
                    <a:pt x="3108960" y="6522720"/>
                    <a:pt x="3084830" y="6548120"/>
                  </a:cubicBezTo>
                  <a:cubicBezTo>
                    <a:pt x="3061970" y="6574790"/>
                    <a:pt x="3031490" y="6597650"/>
                    <a:pt x="3001010" y="6615430"/>
                  </a:cubicBezTo>
                  <a:cubicBezTo>
                    <a:pt x="2970530" y="6631940"/>
                    <a:pt x="2934970" y="6644640"/>
                    <a:pt x="2900680" y="6650990"/>
                  </a:cubicBezTo>
                  <a:cubicBezTo>
                    <a:pt x="2866390" y="6658610"/>
                    <a:pt x="2847340" y="6657340"/>
                    <a:pt x="2794000" y="6653530"/>
                  </a:cubicBezTo>
                  <a:cubicBezTo>
                    <a:pt x="2625090" y="6642100"/>
                    <a:pt x="2048510" y="6544310"/>
                    <a:pt x="1757680" y="6483350"/>
                  </a:cubicBezTo>
                  <a:cubicBezTo>
                    <a:pt x="1540510" y="6437630"/>
                    <a:pt x="1374140" y="6395720"/>
                    <a:pt x="1196340" y="6337300"/>
                  </a:cubicBezTo>
                  <a:cubicBezTo>
                    <a:pt x="1029970" y="6282690"/>
                    <a:pt x="875030" y="6243320"/>
                    <a:pt x="723900" y="6145530"/>
                  </a:cubicBezTo>
                  <a:cubicBezTo>
                    <a:pt x="544830" y="6029960"/>
                    <a:pt x="331470" y="5845810"/>
                    <a:pt x="214630" y="5656580"/>
                  </a:cubicBezTo>
                  <a:cubicBezTo>
                    <a:pt x="104140" y="5477510"/>
                    <a:pt x="49530" y="5253990"/>
                    <a:pt x="25400" y="5050790"/>
                  </a:cubicBezTo>
                  <a:cubicBezTo>
                    <a:pt x="0" y="4856480"/>
                    <a:pt x="13970" y="4655820"/>
                    <a:pt x="57150" y="4466590"/>
                  </a:cubicBezTo>
                  <a:cubicBezTo>
                    <a:pt x="100330" y="4276090"/>
                    <a:pt x="181610" y="4067810"/>
                    <a:pt x="287020" y="3914140"/>
                  </a:cubicBezTo>
                  <a:cubicBezTo>
                    <a:pt x="382270" y="3774440"/>
                    <a:pt x="514350" y="3665220"/>
                    <a:pt x="646430" y="3572510"/>
                  </a:cubicBezTo>
                  <a:cubicBezTo>
                    <a:pt x="775970" y="3481070"/>
                    <a:pt x="923290" y="3421380"/>
                    <a:pt x="1069340" y="3360420"/>
                  </a:cubicBezTo>
                  <a:cubicBezTo>
                    <a:pt x="1217930" y="3298190"/>
                    <a:pt x="1388110" y="3256280"/>
                    <a:pt x="1529080" y="3202940"/>
                  </a:cubicBezTo>
                  <a:cubicBezTo>
                    <a:pt x="1652270" y="3157220"/>
                    <a:pt x="1764030" y="3129280"/>
                    <a:pt x="1870710" y="3061970"/>
                  </a:cubicBezTo>
                  <a:cubicBezTo>
                    <a:pt x="1985010" y="2989580"/>
                    <a:pt x="2108200" y="2881630"/>
                    <a:pt x="2189480" y="2778760"/>
                  </a:cubicBezTo>
                  <a:cubicBezTo>
                    <a:pt x="2263140" y="2686050"/>
                    <a:pt x="2336800" y="2589530"/>
                    <a:pt x="2352040" y="2481580"/>
                  </a:cubicBezTo>
                  <a:cubicBezTo>
                    <a:pt x="2367280" y="2368550"/>
                    <a:pt x="2316480" y="2247900"/>
                    <a:pt x="2265680" y="2113280"/>
                  </a:cubicBezTo>
                  <a:cubicBezTo>
                    <a:pt x="2198370" y="1929130"/>
                    <a:pt x="2000250" y="1686560"/>
                    <a:pt x="1943100" y="1496060"/>
                  </a:cubicBezTo>
                  <a:cubicBezTo>
                    <a:pt x="1899920" y="1348740"/>
                    <a:pt x="1894840" y="1212850"/>
                    <a:pt x="1902460" y="1082040"/>
                  </a:cubicBezTo>
                  <a:cubicBezTo>
                    <a:pt x="1908810" y="960120"/>
                    <a:pt x="1935480" y="845820"/>
                    <a:pt x="1976120" y="734060"/>
                  </a:cubicBezTo>
                  <a:cubicBezTo>
                    <a:pt x="2018030" y="619760"/>
                    <a:pt x="2068830" y="504190"/>
                    <a:pt x="2148840" y="407670"/>
                  </a:cubicBezTo>
                  <a:cubicBezTo>
                    <a:pt x="2237740" y="299720"/>
                    <a:pt x="2369820" y="187960"/>
                    <a:pt x="2496820" y="127000"/>
                  </a:cubicBezTo>
                  <a:cubicBezTo>
                    <a:pt x="2616200" y="69850"/>
                    <a:pt x="2754630" y="59690"/>
                    <a:pt x="2884170" y="38100"/>
                  </a:cubicBezTo>
                  <a:cubicBezTo>
                    <a:pt x="3011170" y="17780"/>
                    <a:pt x="3141980" y="2540"/>
                    <a:pt x="3265170" y="1270"/>
                  </a:cubicBezTo>
                  <a:cubicBezTo>
                    <a:pt x="3382010" y="0"/>
                    <a:pt x="3472180" y="8890"/>
                    <a:pt x="3606800" y="29210"/>
                  </a:cubicBezTo>
                  <a:cubicBezTo>
                    <a:pt x="3804920" y="60960"/>
                    <a:pt x="4220210" y="148590"/>
                    <a:pt x="4331970" y="195580"/>
                  </a:cubicBezTo>
                  <a:cubicBezTo>
                    <a:pt x="4368800" y="210820"/>
                    <a:pt x="4380230" y="222250"/>
                    <a:pt x="4400550" y="240030"/>
                  </a:cubicBezTo>
                  <a:cubicBezTo>
                    <a:pt x="4422140" y="257810"/>
                    <a:pt x="4441190" y="278130"/>
                    <a:pt x="4457700" y="299720"/>
                  </a:cubicBezTo>
                  <a:cubicBezTo>
                    <a:pt x="4472940" y="321310"/>
                    <a:pt x="4486910" y="345440"/>
                    <a:pt x="4498340" y="370840"/>
                  </a:cubicBezTo>
                  <a:cubicBezTo>
                    <a:pt x="4508500" y="394970"/>
                    <a:pt x="4516120" y="422910"/>
                    <a:pt x="4519930" y="449580"/>
                  </a:cubicBezTo>
                  <a:cubicBezTo>
                    <a:pt x="4523740" y="476250"/>
                    <a:pt x="4525010" y="504190"/>
                    <a:pt x="4522470" y="530860"/>
                  </a:cubicBezTo>
                  <a:cubicBezTo>
                    <a:pt x="4521200" y="557530"/>
                    <a:pt x="4514850" y="585470"/>
                    <a:pt x="4505960" y="610870"/>
                  </a:cubicBezTo>
                  <a:cubicBezTo>
                    <a:pt x="4497070" y="636270"/>
                    <a:pt x="4485640" y="661670"/>
                    <a:pt x="4470400" y="684530"/>
                  </a:cubicBezTo>
                  <a:cubicBezTo>
                    <a:pt x="4456430" y="707390"/>
                    <a:pt x="4438650" y="728980"/>
                    <a:pt x="4418330" y="748030"/>
                  </a:cubicBezTo>
                  <a:cubicBezTo>
                    <a:pt x="4399280" y="767080"/>
                    <a:pt x="4376420" y="783590"/>
                    <a:pt x="4352290" y="796290"/>
                  </a:cubicBezTo>
                  <a:cubicBezTo>
                    <a:pt x="4329430" y="810260"/>
                    <a:pt x="4304030" y="820420"/>
                    <a:pt x="4277360" y="828040"/>
                  </a:cubicBezTo>
                  <a:cubicBezTo>
                    <a:pt x="4251960" y="835660"/>
                    <a:pt x="4224020" y="839470"/>
                    <a:pt x="4196080" y="840740"/>
                  </a:cubicBezTo>
                  <a:cubicBezTo>
                    <a:pt x="4169410" y="842010"/>
                    <a:pt x="4114800" y="834390"/>
                    <a:pt x="4114800" y="834390"/>
                  </a:cubicBezTo>
                </a:path>
              </a:pathLst>
            </a:custGeom>
            <a:solidFill>
              <a:srgbClr val="FFBB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306671" y="7638820"/>
            <a:ext cx="5952629" cy="1619480"/>
            <a:chOff x="0" y="0"/>
            <a:chExt cx="1567771" cy="42653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67771" cy="426530"/>
            </a:xfrm>
            <a:custGeom>
              <a:avLst/>
              <a:gdLst/>
              <a:ahLst/>
              <a:cxnLst/>
              <a:rect l="l" t="t" r="r" b="b"/>
              <a:pathLst>
                <a:path w="1567771" h="426530">
                  <a:moveTo>
                    <a:pt x="66330" y="0"/>
                  </a:moveTo>
                  <a:lnTo>
                    <a:pt x="1501441" y="0"/>
                  </a:lnTo>
                  <a:cubicBezTo>
                    <a:pt x="1519032" y="0"/>
                    <a:pt x="1535904" y="6988"/>
                    <a:pt x="1548343" y="19428"/>
                  </a:cubicBezTo>
                  <a:cubicBezTo>
                    <a:pt x="1560782" y="31867"/>
                    <a:pt x="1567771" y="48738"/>
                    <a:pt x="1567771" y="66330"/>
                  </a:cubicBezTo>
                  <a:lnTo>
                    <a:pt x="1567771" y="360200"/>
                  </a:lnTo>
                  <a:cubicBezTo>
                    <a:pt x="1567771" y="377791"/>
                    <a:pt x="1560782" y="394663"/>
                    <a:pt x="1548343" y="407102"/>
                  </a:cubicBezTo>
                  <a:cubicBezTo>
                    <a:pt x="1535904" y="419541"/>
                    <a:pt x="1519032" y="426530"/>
                    <a:pt x="1501441" y="426530"/>
                  </a:cubicBezTo>
                  <a:lnTo>
                    <a:pt x="66330" y="426530"/>
                  </a:lnTo>
                  <a:cubicBezTo>
                    <a:pt x="48738" y="426530"/>
                    <a:pt x="31867" y="419541"/>
                    <a:pt x="19428" y="407102"/>
                  </a:cubicBezTo>
                  <a:cubicBezTo>
                    <a:pt x="6988" y="394663"/>
                    <a:pt x="0" y="377791"/>
                    <a:pt x="0" y="360200"/>
                  </a:cubicBezTo>
                  <a:lnTo>
                    <a:pt x="0" y="66330"/>
                  </a:lnTo>
                  <a:cubicBezTo>
                    <a:pt x="0" y="48738"/>
                    <a:pt x="6988" y="31867"/>
                    <a:pt x="19428" y="19428"/>
                  </a:cubicBezTo>
                  <a:cubicBezTo>
                    <a:pt x="31867" y="6988"/>
                    <a:pt x="48738" y="0"/>
                    <a:pt x="6633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567771" cy="464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60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295400" y="8082640"/>
            <a:ext cx="862088" cy="731840"/>
          </a:xfrm>
          <a:custGeom>
            <a:avLst/>
            <a:gdLst/>
            <a:ahLst/>
            <a:cxnLst/>
            <a:rect l="l" t="t" r="r" b="b"/>
            <a:pathLst>
              <a:path w="862088" h="731840">
                <a:moveTo>
                  <a:pt x="0" y="0"/>
                </a:moveTo>
                <a:lnTo>
                  <a:pt x="862088" y="0"/>
                </a:lnTo>
                <a:lnTo>
                  <a:pt x="862088" y="731840"/>
                </a:lnTo>
                <a:lnTo>
                  <a:pt x="0" y="7318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668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2318061" y="8082640"/>
            <a:ext cx="4608064" cy="731840"/>
          </a:xfrm>
          <a:custGeom>
            <a:avLst/>
            <a:gdLst/>
            <a:ahLst/>
            <a:cxnLst/>
            <a:rect l="l" t="t" r="r" b="b"/>
            <a:pathLst>
              <a:path w="4608064" h="731840">
                <a:moveTo>
                  <a:pt x="0" y="0"/>
                </a:moveTo>
                <a:lnTo>
                  <a:pt x="4608065" y="0"/>
                </a:lnTo>
                <a:lnTo>
                  <a:pt x="4608065" y="731840"/>
                </a:lnTo>
                <a:lnTo>
                  <a:pt x="0" y="7318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91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7571473" y="8006932"/>
            <a:ext cx="3279830" cy="883256"/>
          </a:xfrm>
          <a:custGeom>
            <a:avLst/>
            <a:gdLst/>
            <a:ahLst/>
            <a:cxnLst/>
            <a:rect l="l" t="t" r="r" b="b"/>
            <a:pathLst>
              <a:path w="3279830" h="883256">
                <a:moveTo>
                  <a:pt x="0" y="0"/>
                </a:moveTo>
                <a:lnTo>
                  <a:pt x="3279831" y="0"/>
                </a:lnTo>
                <a:lnTo>
                  <a:pt x="3279831" y="883256"/>
                </a:lnTo>
                <a:lnTo>
                  <a:pt x="0" y="8832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74816" b="-7273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2180858" y="8069619"/>
            <a:ext cx="4204255" cy="757883"/>
          </a:xfrm>
          <a:custGeom>
            <a:avLst/>
            <a:gdLst/>
            <a:ahLst/>
            <a:cxnLst/>
            <a:rect l="l" t="t" r="r" b="b"/>
            <a:pathLst>
              <a:path w="4204255" h="757883">
                <a:moveTo>
                  <a:pt x="0" y="0"/>
                </a:moveTo>
                <a:lnTo>
                  <a:pt x="4204255" y="0"/>
                </a:lnTo>
                <a:lnTo>
                  <a:pt x="4204255" y="757883"/>
                </a:lnTo>
                <a:lnTo>
                  <a:pt x="0" y="7578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293967" y="2501429"/>
            <a:ext cx="15700066" cy="2949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41"/>
              </a:lnSpc>
            </a:pPr>
            <a:r>
              <a:rPr lang="en-US" sz="16243" b="1">
                <a:solidFill>
                  <a:srgbClr val="1A1A1A"/>
                </a:solidFill>
                <a:latin typeface="Telegraf Heavy"/>
                <a:ea typeface="Telegraf Heavy"/>
                <a:cs typeface="Telegraf Heavy"/>
                <a:sym typeface="Telegraf Heavy"/>
              </a:rPr>
              <a:t>Thank You!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96088" y="5018722"/>
            <a:ext cx="1623060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1" spc="218">
                <a:solidFill>
                  <a:srgbClr val="002E3C"/>
                </a:solidFill>
                <a:latin typeface="Poppins Bold"/>
                <a:ea typeface="Poppins Bold"/>
                <a:cs typeface="Poppins Bold"/>
                <a:sym typeface="Poppins Bold"/>
              </a:rPr>
              <a:t>BETTER THAN NEVER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508391" y="6329783"/>
            <a:ext cx="5405994" cy="924330"/>
            <a:chOff x="0" y="0"/>
            <a:chExt cx="7207993" cy="123244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207993" cy="1232440"/>
              <a:chOff x="0" y="0"/>
              <a:chExt cx="2102932" cy="35956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102932" cy="359564"/>
              </a:xfrm>
              <a:custGeom>
                <a:avLst/>
                <a:gdLst/>
                <a:ahLst/>
                <a:cxnLst/>
                <a:rect l="l" t="t" r="r" b="b"/>
                <a:pathLst>
                  <a:path w="2102932" h="359564">
                    <a:moveTo>
                      <a:pt x="49450" y="0"/>
                    </a:moveTo>
                    <a:lnTo>
                      <a:pt x="2053481" y="0"/>
                    </a:lnTo>
                    <a:cubicBezTo>
                      <a:pt x="2080792" y="0"/>
                      <a:pt x="2102932" y="22140"/>
                      <a:pt x="2102932" y="49450"/>
                    </a:cubicBezTo>
                    <a:lnTo>
                      <a:pt x="2102932" y="310114"/>
                    </a:lnTo>
                    <a:cubicBezTo>
                      <a:pt x="2102932" y="323229"/>
                      <a:pt x="2097722" y="335807"/>
                      <a:pt x="2088448" y="345081"/>
                    </a:cubicBezTo>
                    <a:cubicBezTo>
                      <a:pt x="2079174" y="354354"/>
                      <a:pt x="2066596" y="359564"/>
                      <a:pt x="2053481" y="359564"/>
                    </a:cubicBezTo>
                    <a:lnTo>
                      <a:pt x="49450" y="359564"/>
                    </a:lnTo>
                    <a:cubicBezTo>
                      <a:pt x="22140" y="359564"/>
                      <a:pt x="0" y="337425"/>
                      <a:pt x="0" y="310114"/>
                    </a:cubicBezTo>
                    <a:lnTo>
                      <a:pt x="0" y="49450"/>
                    </a:lnTo>
                    <a:cubicBezTo>
                      <a:pt x="0" y="22140"/>
                      <a:pt x="22140" y="0"/>
                      <a:pt x="49450" y="0"/>
                    </a:cubicBezTo>
                    <a:close/>
                  </a:path>
                </a:pathLst>
              </a:custGeom>
              <a:solidFill>
                <a:srgbClr val="002E3C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2102932" cy="3976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60"/>
                  </a:lnSpc>
                </a:pPr>
                <a:endParaRPr/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302133" y="328057"/>
              <a:ext cx="6603727" cy="576325"/>
            </a:xfrm>
            <a:custGeom>
              <a:avLst/>
              <a:gdLst/>
              <a:ahLst/>
              <a:cxnLst/>
              <a:rect l="l" t="t" r="r" b="b"/>
              <a:pathLst>
                <a:path w="6603727" h="576325">
                  <a:moveTo>
                    <a:pt x="0" y="0"/>
                  </a:moveTo>
                  <a:lnTo>
                    <a:pt x="6603727" y="0"/>
                  </a:lnTo>
                  <a:lnTo>
                    <a:pt x="6603727" y="576326"/>
                  </a:lnTo>
                  <a:lnTo>
                    <a:pt x="0" y="5763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-518160" y="-243840"/>
            <a:ext cx="5641658" cy="5153978"/>
            <a:chOff x="0" y="0"/>
            <a:chExt cx="7522210" cy="6871970"/>
          </a:xfrm>
        </p:grpSpPr>
        <p:sp>
          <p:nvSpPr>
            <p:cNvPr id="27" name="Freeform 27"/>
            <p:cNvSpPr/>
            <p:nvPr/>
          </p:nvSpPr>
          <p:spPr>
            <a:xfrm>
              <a:off x="48260" y="49530"/>
              <a:ext cx="7423150" cy="6774180"/>
            </a:xfrm>
            <a:custGeom>
              <a:avLst/>
              <a:gdLst/>
              <a:ahLst/>
              <a:cxnLst/>
              <a:rect l="l" t="t" r="r" b="b"/>
              <a:pathLst>
                <a:path w="7423150" h="6774180">
                  <a:moveTo>
                    <a:pt x="7423150" y="370840"/>
                  </a:moveTo>
                  <a:cubicBezTo>
                    <a:pt x="7326630" y="876300"/>
                    <a:pt x="7273290" y="1017270"/>
                    <a:pt x="7212330" y="1143000"/>
                  </a:cubicBezTo>
                  <a:cubicBezTo>
                    <a:pt x="7151370" y="1263650"/>
                    <a:pt x="7077710" y="1377950"/>
                    <a:pt x="6998970" y="1483360"/>
                  </a:cubicBezTo>
                  <a:cubicBezTo>
                    <a:pt x="6921500" y="1584960"/>
                    <a:pt x="6833870" y="1677670"/>
                    <a:pt x="6743700" y="1765300"/>
                  </a:cubicBezTo>
                  <a:cubicBezTo>
                    <a:pt x="6654800" y="1851660"/>
                    <a:pt x="6565900" y="1927860"/>
                    <a:pt x="6463030" y="2004060"/>
                  </a:cubicBezTo>
                  <a:cubicBezTo>
                    <a:pt x="6352540" y="2086610"/>
                    <a:pt x="6226810" y="2161540"/>
                    <a:pt x="6099810" y="2236470"/>
                  </a:cubicBezTo>
                  <a:cubicBezTo>
                    <a:pt x="5965190" y="2315210"/>
                    <a:pt x="5820410" y="2390140"/>
                    <a:pt x="5673090" y="2463800"/>
                  </a:cubicBezTo>
                  <a:cubicBezTo>
                    <a:pt x="5523230" y="2537460"/>
                    <a:pt x="5392420" y="2599690"/>
                    <a:pt x="5207000" y="2678430"/>
                  </a:cubicBezTo>
                  <a:cubicBezTo>
                    <a:pt x="4941570" y="2788920"/>
                    <a:pt x="4552950" y="2929890"/>
                    <a:pt x="4225290" y="3050540"/>
                  </a:cubicBezTo>
                  <a:cubicBezTo>
                    <a:pt x="3900170" y="3171190"/>
                    <a:pt x="3506470" y="3299460"/>
                    <a:pt x="3246120" y="3401060"/>
                  </a:cubicBezTo>
                  <a:cubicBezTo>
                    <a:pt x="3072130" y="3469640"/>
                    <a:pt x="2950210" y="3521710"/>
                    <a:pt x="2811780" y="3585210"/>
                  </a:cubicBezTo>
                  <a:cubicBezTo>
                    <a:pt x="2683510" y="3644900"/>
                    <a:pt x="2561590" y="3705860"/>
                    <a:pt x="2443480" y="3770630"/>
                  </a:cubicBezTo>
                  <a:cubicBezTo>
                    <a:pt x="2329180" y="3832860"/>
                    <a:pt x="2221230" y="3898900"/>
                    <a:pt x="2113280" y="3967480"/>
                  </a:cubicBezTo>
                  <a:cubicBezTo>
                    <a:pt x="2007870" y="4034790"/>
                    <a:pt x="1915160" y="4093210"/>
                    <a:pt x="1803400" y="4179570"/>
                  </a:cubicBezTo>
                  <a:cubicBezTo>
                    <a:pt x="1657350" y="4291330"/>
                    <a:pt x="1461770" y="4434840"/>
                    <a:pt x="1323340" y="4594860"/>
                  </a:cubicBezTo>
                  <a:cubicBezTo>
                    <a:pt x="1183640" y="4757420"/>
                    <a:pt x="1065530" y="4958080"/>
                    <a:pt x="971550" y="5146040"/>
                  </a:cubicBezTo>
                  <a:cubicBezTo>
                    <a:pt x="883920" y="5322570"/>
                    <a:pt x="814070" y="5515610"/>
                    <a:pt x="768350" y="5685790"/>
                  </a:cubicBezTo>
                  <a:cubicBezTo>
                    <a:pt x="728980" y="5833110"/>
                    <a:pt x="717550" y="5970270"/>
                    <a:pt x="699770" y="6107430"/>
                  </a:cubicBezTo>
                  <a:cubicBezTo>
                    <a:pt x="683260" y="6235700"/>
                    <a:pt x="680720" y="6396990"/>
                    <a:pt x="662940" y="6482080"/>
                  </a:cubicBezTo>
                  <a:cubicBezTo>
                    <a:pt x="654050" y="6527800"/>
                    <a:pt x="647700" y="6553200"/>
                    <a:pt x="632460" y="6584950"/>
                  </a:cubicBezTo>
                  <a:cubicBezTo>
                    <a:pt x="617220" y="6616700"/>
                    <a:pt x="595630" y="6648450"/>
                    <a:pt x="570230" y="6673850"/>
                  </a:cubicBezTo>
                  <a:cubicBezTo>
                    <a:pt x="546100" y="6697980"/>
                    <a:pt x="515620" y="6720840"/>
                    <a:pt x="483870" y="6736080"/>
                  </a:cubicBezTo>
                  <a:cubicBezTo>
                    <a:pt x="452120" y="6752590"/>
                    <a:pt x="415290" y="6764020"/>
                    <a:pt x="381000" y="6769100"/>
                  </a:cubicBezTo>
                  <a:cubicBezTo>
                    <a:pt x="345440" y="6774180"/>
                    <a:pt x="308610" y="6772910"/>
                    <a:pt x="273050" y="6766560"/>
                  </a:cubicBezTo>
                  <a:cubicBezTo>
                    <a:pt x="238760" y="6760210"/>
                    <a:pt x="203200" y="6747510"/>
                    <a:pt x="172720" y="6729730"/>
                  </a:cubicBezTo>
                  <a:cubicBezTo>
                    <a:pt x="140970" y="6713220"/>
                    <a:pt x="111760" y="6689090"/>
                    <a:pt x="87630" y="6662420"/>
                  </a:cubicBezTo>
                  <a:cubicBezTo>
                    <a:pt x="64770" y="6637020"/>
                    <a:pt x="43180" y="6605270"/>
                    <a:pt x="29210" y="6572250"/>
                  </a:cubicBezTo>
                  <a:cubicBezTo>
                    <a:pt x="15240" y="6540500"/>
                    <a:pt x="6350" y="6503670"/>
                    <a:pt x="2540" y="6468110"/>
                  </a:cubicBezTo>
                  <a:cubicBezTo>
                    <a:pt x="0" y="6433820"/>
                    <a:pt x="2540" y="6395720"/>
                    <a:pt x="11430" y="6361430"/>
                  </a:cubicBezTo>
                  <a:cubicBezTo>
                    <a:pt x="19050" y="6327140"/>
                    <a:pt x="34290" y="6291580"/>
                    <a:pt x="53340" y="6262370"/>
                  </a:cubicBezTo>
                  <a:cubicBezTo>
                    <a:pt x="72390" y="6231890"/>
                    <a:pt x="96520" y="6203950"/>
                    <a:pt x="124460" y="6182360"/>
                  </a:cubicBezTo>
                  <a:cubicBezTo>
                    <a:pt x="152400" y="6159500"/>
                    <a:pt x="184150" y="6140450"/>
                    <a:pt x="217170" y="6129020"/>
                  </a:cubicBezTo>
                  <a:cubicBezTo>
                    <a:pt x="251460" y="6116320"/>
                    <a:pt x="288290" y="6108700"/>
                    <a:pt x="322580" y="6107430"/>
                  </a:cubicBezTo>
                  <a:cubicBezTo>
                    <a:pt x="358140" y="6106160"/>
                    <a:pt x="396240" y="6111240"/>
                    <a:pt x="429260" y="6121400"/>
                  </a:cubicBezTo>
                  <a:cubicBezTo>
                    <a:pt x="463550" y="6131560"/>
                    <a:pt x="497840" y="6148070"/>
                    <a:pt x="525780" y="6168390"/>
                  </a:cubicBezTo>
                  <a:cubicBezTo>
                    <a:pt x="554990" y="6188710"/>
                    <a:pt x="581660" y="6215380"/>
                    <a:pt x="603250" y="6244590"/>
                  </a:cubicBezTo>
                  <a:cubicBezTo>
                    <a:pt x="623570" y="6272530"/>
                    <a:pt x="640080" y="6306820"/>
                    <a:pt x="651510" y="6339840"/>
                  </a:cubicBezTo>
                  <a:cubicBezTo>
                    <a:pt x="661670" y="6374130"/>
                    <a:pt x="666750" y="6410960"/>
                    <a:pt x="666750" y="6446520"/>
                  </a:cubicBezTo>
                  <a:cubicBezTo>
                    <a:pt x="665480" y="6482080"/>
                    <a:pt x="659130" y="6518910"/>
                    <a:pt x="646430" y="6551930"/>
                  </a:cubicBezTo>
                  <a:cubicBezTo>
                    <a:pt x="635000" y="6586220"/>
                    <a:pt x="615950" y="6619240"/>
                    <a:pt x="594360" y="6645910"/>
                  </a:cubicBezTo>
                  <a:cubicBezTo>
                    <a:pt x="572770" y="6673850"/>
                    <a:pt x="544830" y="6699250"/>
                    <a:pt x="514350" y="6718300"/>
                  </a:cubicBezTo>
                  <a:cubicBezTo>
                    <a:pt x="485140" y="6737350"/>
                    <a:pt x="450850" y="6752590"/>
                    <a:pt x="416560" y="6761480"/>
                  </a:cubicBezTo>
                  <a:cubicBezTo>
                    <a:pt x="382270" y="6770370"/>
                    <a:pt x="344170" y="6774180"/>
                    <a:pt x="308610" y="6770370"/>
                  </a:cubicBezTo>
                  <a:cubicBezTo>
                    <a:pt x="273050" y="6767830"/>
                    <a:pt x="237490" y="6758940"/>
                    <a:pt x="204470" y="6744970"/>
                  </a:cubicBezTo>
                  <a:cubicBezTo>
                    <a:pt x="171450" y="6732270"/>
                    <a:pt x="139700" y="6711950"/>
                    <a:pt x="113030" y="6687820"/>
                  </a:cubicBezTo>
                  <a:cubicBezTo>
                    <a:pt x="87630" y="6664960"/>
                    <a:pt x="63500" y="6635750"/>
                    <a:pt x="45720" y="6605270"/>
                  </a:cubicBezTo>
                  <a:cubicBezTo>
                    <a:pt x="27940" y="6573520"/>
                    <a:pt x="15240" y="6539230"/>
                    <a:pt x="7620" y="6503670"/>
                  </a:cubicBezTo>
                  <a:cubicBezTo>
                    <a:pt x="1270" y="6469380"/>
                    <a:pt x="1270" y="6446520"/>
                    <a:pt x="5080" y="6396990"/>
                  </a:cubicBezTo>
                  <a:cubicBezTo>
                    <a:pt x="11430" y="6275070"/>
                    <a:pt x="52070" y="5981700"/>
                    <a:pt x="97790" y="5778500"/>
                  </a:cubicBezTo>
                  <a:cubicBezTo>
                    <a:pt x="143510" y="5576570"/>
                    <a:pt x="213360" y="5354320"/>
                    <a:pt x="276860" y="5184140"/>
                  </a:cubicBezTo>
                  <a:cubicBezTo>
                    <a:pt x="326390" y="5050790"/>
                    <a:pt x="372110" y="4953000"/>
                    <a:pt x="431800" y="4837430"/>
                  </a:cubicBezTo>
                  <a:cubicBezTo>
                    <a:pt x="495300" y="4715510"/>
                    <a:pt x="566420" y="4587240"/>
                    <a:pt x="646430" y="4471670"/>
                  </a:cubicBezTo>
                  <a:cubicBezTo>
                    <a:pt x="725170" y="4356100"/>
                    <a:pt x="811530" y="4243070"/>
                    <a:pt x="904240" y="4144010"/>
                  </a:cubicBezTo>
                  <a:cubicBezTo>
                    <a:pt x="994410" y="4048760"/>
                    <a:pt x="1094740" y="3963670"/>
                    <a:pt x="1191260" y="3884930"/>
                  </a:cubicBezTo>
                  <a:cubicBezTo>
                    <a:pt x="1282700" y="3810000"/>
                    <a:pt x="1369060" y="3747770"/>
                    <a:pt x="1468120" y="3679190"/>
                  </a:cubicBezTo>
                  <a:cubicBezTo>
                    <a:pt x="1574800" y="3604260"/>
                    <a:pt x="1694180" y="3524250"/>
                    <a:pt x="1812290" y="3451860"/>
                  </a:cubicBezTo>
                  <a:cubicBezTo>
                    <a:pt x="1931670" y="3378200"/>
                    <a:pt x="2054860" y="3307080"/>
                    <a:pt x="2181860" y="3239770"/>
                  </a:cubicBezTo>
                  <a:cubicBezTo>
                    <a:pt x="2311400" y="3171190"/>
                    <a:pt x="2443480" y="3108960"/>
                    <a:pt x="2583180" y="3045460"/>
                  </a:cubicBezTo>
                  <a:cubicBezTo>
                    <a:pt x="2730500" y="2978150"/>
                    <a:pt x="2862580" y="2921000"/>
                    <a:pt x="3046730" y="2847340"/>
                  </a:cubicBezTo>
                  <a:cubicBezTo>
                    <a:pt x="3308350" y="2743200"/>
                    <a:pt x="3693160" y="2611120"/>
                    <a:pt x="4010660" y="2489200"/>
                  </a:cubicBezTo>
                  <a:cubicBezTo>
                    <a:pt x="4324350" y="2367280"/>
                    <a:pt x="4691380" y="2226310"/>
                    <a:pt x="4941570" y="2115820"/>
                  </a:cubicBezTo>
                  <a:cubicBezTo>
                    <a:pt x="5113020" y="2039620"/>
                    <a:pt x="5233670" y="1977390"/>
                    <a:pt x="5372100" y="1906270"/>
                  </a:cubicBezTo>
                  <a:cubicBezTo>
                    <a:pt x="5504180" y="1836420"/>
                    <a:pt x="5636260" y="1764030"/>
                    <a:pt x="5754370" y="1694180"/>
                  </a:cubicBezTo>
                  <a:cubicBezTo>
                    <a:pt x="5861050" y="1631950"/>
                    <a:pt x="5947410" y="1586230"/>
                    <a:pt x="6050280" y="1508760"/>
                  </a:cubicBezTo>
                  <a:cubicBezTo>
                    <a:pt x="6179820" y="1408430"/>
                    <a:pt x="6350000" y="1276350"/>
                    <a:pt x="6464300" y="1131570"/>
                  </a:cubicBezTo>
                  <a:cubicBezTo>
                    <a:pt x="6578600" y="986790"/>
                    <a:pt x="6676390" y="802640"/>
                    <a:pt x="6734810" y="637540"/>
                  </a:cubicBezTo>
                  <a:cubicBezTo>
                    <a:pt x="6788150" y="490220"/>
                    <a:pt x="6774180" y="292100"/>
                    <a:pt x="6817360" y="194310"/>
                  </a:cubicBezTo>
                  <a:cubicBezTo>
                    <a:pt x="6842760" y="137160"/>
                    <a:pt x="6878320" y="100330"/>
                    <a:pt x="6908800" y="72390"/>
                  </a:cubicBezTo>
                  <a:cubicBezTo>
                    <a:pt x="6930390" y="52070"/>
                    <a:pt x="6946900" y="43180"/>
                    <a:pt x="6973570" y="31750"/>
                  </a:cubicBezTo>
                  <a:cubicBezTo>
                    <a:pt x="7012940" y="16510"/>
                    <a:pt x="7073900" y="0"/>
                    <a:pt x="7123430" y="1270"/>
                  </a:cubicBezTo>
                  <a:cubicBezTo>
                    <a:pt x="7171690" y="3810"/>
                    <a:pt x="7226300" y="19050"/>
                    <a:pt x="7269480" y="44450"/>
                  </a:cubicBezTo>
                  <a:cubicBezTo>
                    <a:pt x="7311390" y="68580"/>
                    <a:pt x="7354570" y="115570"/>
                    <a:pt x="7378700" y="149860"/>
                  </a:cubicBezTo>
                  <a:cubicBezTo>
                    <a:pt x="7395210" y="173990"/>
                    <a:pt x="7404100" y="190500"/>
                    <a:pt x="7411720" y="218440"/>
                  </a:cubicBezTo>
                  <a:cubicBezTo>
                    <a:pt x="7421880" y="259080"/>
                    <a:pt x="7423150" y="370840"/>
                    <a:pt x="7423150" y="370840"/>
                  </a:cubicBezTo>
                </a:path>
              </a:pathLst>
            </a:custGeom>
            <a:solidFill>
              <a:srgbClr val="FFBB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481935" y="-199072"/>
            <a:ext cx="5585460" cy="2304098"/>
            <a:chOff x="0" y="0"/>
            <a:chExt cx="7447280" cy="3072130"/>
          </a:xfrm>
        </p:grpSpPr>
        <p:sp>
          <p:nvSpPr>
            <p:cNvPr id="29" name="Freeform 29"/>
            <p:cNvSpPr/>
            <p:nvPr/>
          </p:nvSpPr>
          <p:spPr>
            <a:xfrm>
              <a:off x="43180" y="48260"/>
              <a:ext cx="7355840" cy="2974340"/>
            </a:xfrm>
            <a:custGeom>
              <a:avLst/>
              <a:gdLst/>
              <a:ahLst/>
              <a:cxnLst/>
              <a:rect l="l" t="t" r="r" b="b"/>
              <a:pathLst>
                <a:path w="7355840" h="2974340">
                  <a:moveTo>
                    <a:pt x="651510" y="269240"/>
                  </a:moveTo>
                  <a:cubicBezTo>
                    <a:pt x="750570" y="679450"/>
                    <a:pt x="824230" y="783590"/>
                    <a:pt x="909320" y="849630"/>
                  </a:cubicBezTo>
                  <a:cubicBezTo>
                    <a:pt x="995680" y="915670"/>
                    <a:pt x="1115060" y="951230"/>
                    <a:pt x="1225550" y="974090"/>
                  </a:cubicBezTo>
                  <a:cubicBezTo>
                    <a:pt x="1337310" y="996950"/>
                    <a:pt x="1451610" y="986790"/>
                    <a:pt x="1576070" y="985520"/>
                  </a:cubicBezTo>
                  <a:cubicBezTo>
                    <a:pt x="1718310" y="982980"/>
                    <a:pt x="1879600" y="971550"/>
                    <a:pt x="2033270" y="960120"/>
                  </a:cubicBezTo>
                  <a:cubicBezTo>
                    <a:pt x="2189480" y="947420"/>
                    <a:pt x="2340610" y="924560"/>
                    <a:pt x="2504440" y="911860"/>
                  </a:cubicBezTo>
                  <a:cubicBezTo>
                    <a:pt x="2684780" y="899160"/>
                    <a:pt x="2886710" y="887730"/>
                    <a:pt x="3072130" y="883920"/>
                  </a:cubicBezTo>
                  <a:cubicBezTo>
                    <a:pt x="3249930" y="881380"/>
                    <a:pt x="3430270" y="885190"/>
                    <a:pt x="3596640" y="892810"/>
                  </a:cubicBezTo>
                  <a:cubicBezTo>
                    <a:pt x="3746500" y="900430"/>
                    <a:pt x="3873500" y="905510"/>
                    <a:pt x="4025900" y="928370"/>
                  </a:cubicBezTo>
                  <a:cubicBezTo>
                    <a:pt x="4202430" y="955040"/>
                    <a:pt x="4428490" y="986790"/>
                    <a:pt x="4593590" y="1055370"/>
                  </a:cubicBezTo>
                  <a:cubicBezTo>
                    <a:pt x="4738370" y="1116330"/>
                    <a:pt x="4860290" y="1210310"/>
                    <a:pt x="4974590" y="1299210"/>
                  </a:cubicBezTo>
                  <a:cubicBezTo>
                    <a:pt x="5080000" y="1383030"/>
                    <a:pt x="5162550" y="1470660"/>
                    <a:pt x="5257800" y="1570990"/>
                  </a:cubicBezTo>
                  <a:cubicBezTo>
                    <a:pt x="5364480" y="1684020"/>
                    <a:pt x="5466080" y="1837690"/>
                    <a:pt x="5580380" y="1944370"/>
                  </a:cubicBezTo>
                  <a:cubicBezTo>
                    <a:pt x="5685790" y="2042160"/>
                    <a:pt x="5792470" y="2138680"/>
                    <a:pt x="5914390" y="2193290"/>
                  </a:cubicBezTo>
                  <a:cubicBezTo>
                    <a:pt x="6031230" y="2245360"/>
                    <a:pt x="6144260" y="2247900"/>
                    <a:pt x="6292850" y="2268220"/>
                  </a:cubicBezTo>
                  <a:cubicBezTo>
                    <a:pt x="6503670" y="2297430"/>
                    <a:pt x="6922770" y="2310130"/>
                    <a:pt x="7058660" y="2331720"/>
                  </a:cubicBezTo>
                  <a:cubicBezTo>
                    <a:pt x="7108190" y="2340610"/>
                    <a:pt x="7128510" y="2343150"/>
                    <a:pt x="7158990" y="2357120"/>
                  </a:cubicBezTo>
                  <a:cubicBezTo>
                    <a:pt x="7190740" y="2369820"/>
                    <a:pt x="7221220" y="2390140"/>
                    <a:pt x="7246620" y="2413000"/>
                  </a:cubicBezTo>
                  <a:cubicBezTo>
                    <a:pt x="7272020" y="2435860"/>
                    <a:pt x="7294880" y="2463800"/>
                    <a:pt x="7312660" y="2494280"/>
                  </a:cubicBezTo>
                  <a:cubicBezTo>
                    <a:pt x="7329170" y="2523490"/>
                    <a:pt x="7341870" y="2557780"/>
                    <a:pt x="7348220" y="2590800"/>
                  </a:cubicBezTo>
                  <a:cubicBezTo>
                    <a:pt x="7354570" y="2625090"/>
                    <a:pt x="7355840" y="2660650"/>
                    <a:pt x="7350760" y="2694940"/>
                  </a:cubicBezTo>
                  <a:cubicBezTo>
                    <a:pt x="7346950" y="2729230"/>
                    <a:pt x="7335520" y="2763520"/>
                    <a:pt x="7320280" y="2794000"/>
                  </a:cubicBezTo>
                  <a:cubicBezTo>
                    <a:pt x="7305040" y="2824480"/>
                    <a:pt x="7284720" y="2854960"/>
                    <a:pt x="7260590" y="2879090"/>
                  </a:cubicBezTo>
                  <a:cubicBezTo>
                    <a:pt x="7236460" y="2903220"/>
                    <a:pt x="7205980" y="2924810"/>
                    <a:pt x="7175500" y="2940050"/>
                  </a:cubicBezTo>
                  <a:cubicBezTo>
                    <a:pt x="7145020" y="2955290"/>
                    <a:pt x="7110730" y="2965450"/>
                    <a:pt x="7076440" y="2970530"/>
                  </a:cubicBezTo>
                  <a:cubicBezTo>
                    <a:pt x="7042150" y="2974340"/>
                    <a:pt x="7006590" y="2974340"/>
                    <a:pt x="6972300" y="2966720"/>
                  </a:cubicBezTo>
                  <a:cubicBezTo>
                    <a:pt x="6939280" y="2960370"/>
                    <a:pt x="6904990" y="2948940"/>
                    <a:pt x="6875780" y="2931160"/>
                  </a:cubicBezTo>
                  <a:cubicBezTo>
                    <a:pt x="6845300" y="2914650"/>
                    <a:pt x="6817360" y="2891790"/>
                    <a:pt x="6794500" y="2866390"/>
                  </a:cubicBezTo>
                  <a:cubicBezTo>
                    <a:pt x="6771640" y="2840990"/>
                    <a:pt x="6751320" y="2810510"/>
                    <a:pt x="6738620" y="2778760"/>
                  </a:cubicBezTo>
                  <a:cubicBezTo>
                    <a:pt x="6724650" y="2748280"/>
                    <a:pt x="6715760" y="2712720"/>
                    <a:pt x="6713220" y="2678430"/>
                  </a:cubicBezTo>
                  <a:cubicBezTo>
                    <a:pt x="6710680" y="2644140"/>
                    <a:pt x="6713220" y="2607310"/>
                    <a:pt x="6720840" y="2574290"/>
                  </a:cubicBezTo>
                  <a:cubicBezTo>
                    <a:pt x="6729730" y="2541270"/>
                    <a:pt x="6743700" y="2508250"/>
                    <a:pt x="6762750" y="2479040"/>
                  </a:cubicBezTo>
                  <a:cubicBezTo>
                    <a:pt x="6780530" y="2451100"/>
                    <a:pt x="6804660" y="2423160"/>
                    <a:pt x="6831330" y="2401570"/>
                  </a:cubicBezTo>
                  <a:cubicBezTo>
                    <a:pt x="6858000" y="2379980"/>
                    <a:pt x="6889750" y="2362200"/>
                    <a:pt x="6921500" y="2350770"/>
                  </a:cubicBezTo>
                  <a:cubicBezTo>
                    <a:pt x="6954520" y="2339340"/>
                    <a:pt x="6990080" y="2331720"/>
                    <a:pt x="7024370" y="2330450"/>
                  </a:cubicBezTo>
                  <a:cubicBezTo>
                    <a:pt x="7058660" y="2330450"/>
                    <a:pt x="7094220" y="2335530"/>
                    <a:pt x="7127240" y="2344420"/>
                  </a:cubicBezTo>
                  <a:cubicBezTo>
                    <a:pt x="7158990" y="2354580"/>
                    <a:pt x="7192010" y="2371090"/>
                    <a:pt x="7219950" y="2391410"/>
                  </a:cubicBezTo>
                  <a:cubicBezTo>
                    <a:pt x="7247890" y="2410460"/>
                    <a:pt x="7273290" y="2437130"/>
                    <a:pt x="7293610" y="2465070"/>
                  </a:cubicBezTo>
                  <a:cubicBezTo>
                    <a:pt x="7313930" y="2491740"/>
                    <a:pt x="7329170" y="2524760"/>
                    <a:pt x="7339330" y="2557780"/>
                  </a:cubicBezTo>
                  <a:cubicBezTo>
                    <a:pt x="7349490" y="2590800"/>
                    <a:pt x="7354570" y="2626360"/>
                    <a:pt x="7353300" y="2660650"/>
                  </a:cubicBezTo>
                  <a:cubicBezTo>
                    <a:pt x="7353300" y="2694940"/>
                    <a:pt x="7345680" y="2730500"/>
                    <a:pt x="7334250" y="2762250"/>
                  </a:cubicBezTo>
                  <a:cubicBezTo>
                    <a:pt x="7322820" y="2794000"/>
                    <a:pt x="7305040" y="2825750"/>
                    <a:pt x="7283450" y="2852420"/>
                  </a:cubicBezTo>
                  <a:cubicBezTo>
                    <a:pt x="7261860" y="2879090"/>
                    <a:pt x="7235190" y="2904490"/>
                    <a:pt x="7205980" y="2922270"/>
                  </a:cubicBezTo>
                  <a:cubicBezTo>
                    <a:pt x="7176770" y="2941320"/>
                    <a:pt x="7143750" y="2955290"/>
                    <a:pt x="7110730" y="2962910"/>
                  </a:cubicBezTo>
                  <a:cubicBezTo>
                    <a:pt x="7077710" y="2971800"/>
                    <a:pt x="7058660" y="2971800"/>
                    <a:pt x="7006590" y="2971800"/>
                  </a:cubicBezTo>
                  <a:cubicBezTo>
                    <a:pt x="6860540" y="2971800"/>
                    <a:pt x="6409690" y="2945130"/>
                    <a:pt x="6154420" y="2905760"/>
                  </a:cubicBezTo>
                  <a:cubicBezTo>
                    <a:pt x="5942330" y="2872740"/>
                    <a:pt x="5736590" y="2838450"/>
                    <a:pt x="5577840" y="2771140"/>
                  </a:cubicBezTo>
                  <a:cubicBezTo>
                    <a:pt x="5452110" y="2717800"/>
                    <a:pt x="5377180" y="2667000"/>
                    <a:pt x="5264150" y="2569210"/>
                  </a:cubicBezTo>
                  <a:cubicBezTo>
                    <a:pt x="5088890" y="2419350"/>
                    <a:pt x="4839970" y="2070100"/>
                    <a:pt x="4673600" y="1902460"/>
                  </a:cubicBezTo>
                  <a:cubicBezTo>
                    <a:pt x="4563110" y="1791970"/>
                    <a:pt x="4494530" y="1704340"/>
                    <a:pt x="4381500" y="1643380"/>
                  </a:cubicBezTo>
                  <a:cubicBezTo>
                    <a:pt x="4262120" y="1579880"/>
                    <a:pt x="4107180" y="1558290"/>
                    <a:pt x="3971290" y="1534160"/>
                  </a:cubicBezTo>
                  <a:cubicBezTo>
                    <a:pt x="3843020" y="1510030"/>
                    <a:pt x="3724910" y="1503680"/>
                    <a:pt x="3590290" y="1497330"/>
                  </a:cubicBezTo>
                  <a:cubicBezTo>
                    <a:pt x="3439160" y="1489710"/>
                    <a:pt x="3315970" y="1485900"/>
                    <a:pt x="3111500" y="1496060"/>
                  </a:cubicBezTo>
                  <a:cubicBezTo>
                    <a:pt x="2739390" y="1512570"/>
                    <a:pt x="1930400" y="1639570"/>
                    <a:pt x="1544320" y="1645920"/>
                  </a:cubicBezTo>
                  <a:cubicBezTo>
                    <a:pt x="1319530" y="1649730"/>
                    <a:pt x="1163320" y="1645920"/>
                    <a:pt x="1009650" y="1612900"/>
                  </a:cubicBezTo>
                  <a:cubicBezTo>
                    <a:pt x="887730" y="1586230"/>
                    <a:pt x="798830" y="1555750"/>
                    <a:pt x="689610" y="1492250"/>
                  </a:cubicBezTo>
                  <a:cubicBezTo>
                    <a:pt x="553720" y="1414780"/>
                    <a:pt x="378460" y="1287780"/>
                    <a:pt x="274320" y="1151890"/>
                  </a:cubicBezTo>
                  <a:cubicBezTo>
                    <a:pt x="173990" y="1021080"/>
                    <a:pt x="111760" y="845820"/>
                    <a:pt x="67310" y="697230"/>
                  </a:cubicBezTo>
                  <a:cubicBezTo>
                    <a:pt x="27940" y="565150"/>
                    <a:pt x="0" y="403860"/>
                    <a:pt x="7620" y="306070"/>
                  </a:cubicBezTo>
                  <a:cubicBezTo>
                    <a:pt x="12700" y="243840"/>
                    <a:pt x="29210" y="200660"/>
                    <a:pt x="54610" y="157480"/>
                  </a:cubicBezTo>
                  <a:cubicBezTo>
                    <a:pt x="81280" y="114300"/>
                    <a:pt x="121920" y="73660"/>
                    <a:pt x="165100" y="48260"/>
                  </a:cubicBezTo>
                  <a:cubicBezTo>
                    <a:pt x="208280" y="22860"/>
                    <a:pt x="264160" y="5080"/>
                    <a:pt x="313690" y="2540"/>
                  </a:cubicBezTo>
                  <a:cubicBezTo>
                    <a:pt x="364490" y="0"/>
                    <a:pt x="420370" y="10160"/>
                    <a:pt x="466090" y="31750"/>
                  </a:cubicBezTo>
                  <a:cubicBezTo>
                    <a:pt x="511810" y="52070"/>
                    <a:pt x="557530" y="87630"/>
                    <a:pt x="588010" y="128270"/>
                  </a:cubicBezTo>
                  <a:cubicBezTo>
                    <a:pt x="619760" y="167640"/>
                    <a:pt x="651510" y="269240"/>
                    <a:pt x="651510" y="269240"/>
                  </a:cubicBezTo>
                </a:path>
              </a:pathLst>
            </a:custGeom>
            <a:solidFill>
              <a:srgbClr val="002E3C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4459902" y="-199073"/>
            <a:ext cx="5460682" cy="2090738"/>
            <a:chOff x="0" y="0"/>
            <a:chExt cx="7280910" cy="2787650"/>
          </a:xfrm>
        </p:grpSpPr>
        <p:sp>
          <p:nvSpPr>
            <p:cNvPr id="31" name="Freeform 31"/>
            <p:cNvSpPr/>
            <p:nvPr/>
          </p:nvSpPr>
          <p:spPr>
            <a:xfrm>
              <a:off x="45720" y="49530"/>
              <a:ext cx="7185660" cy="2689860"/>
            </a:xfrm>
            <a:custGeom>
              <a:avLst/>
              <a:gdLst/>
              <a:ahLst/>
              <a:cxnLst/>
              <a:rect l="l" t="t" r="r" b="b"/>
              <a:pathLst>
                <a:path w="7185660" h="2689860">
                  <a:moveTo>
                    <a:pt x="662940" y="234950"/>
                  </a:moveTo>
                  <a:cubicBezTo>
                    <a:pt x="848360" y="797560"/>
                    <a:pt x="929640" y="961390"/>
                    <a:pt x="1012190" y="1094740"/>
                  </a:cubicBezTo>
                  <a:cubicBezTo>
                    <a:pt x="1085850" y="1214120"/>
                    <a:pt x="1164590" y="1311910"/>
                    <a:pt x="1256030" y="1414780"/>
                  </a:cubicBezTo>
                  <a:cubicBezTo>
                    <a:pt x="1351280" y="1521460"/>
                    <a:pt x="1450340" y="1647190"/>
                    <a:pt x="1574800" y="1723390"/>
                  </a:cubicBezTo>
                  <a:cubicBezTo>
                    <a:pt x="1701800" y="1799590"/>
                    <a:pt x="1851660" y="1830070"/>
                    <a:pt x="2009140" y="1868170"/>
                  </a:cubicBezTo>
                  <a:cubicBezTo>
                    <a:pt x="2189480" y="1913890"/>
                    <a:pt x="2407920" y="1938020"/>
                    <a:pt x="2600960" y="1965960"/>
                  </a:cubicBezTo>
                  <a:cubicBezTo>
                    <a:pt x="2782570" y="1991360"/>
                    <a:pt x="2954020" y="2012950"/>
                    <a:pt x="3134360" y="2028190"/>
                  </a:cubicBezTo>
                  <a:cubicBezTo>
                    <a:pt x="3318510" y="2044700"/>
                    <a:pt x="3514090" y="2057400"/>
                    <a:pt x="3695700" y="2062480"/>
                  </a:cubicBezTo>
                  <a:cubicBezTo>
                    <a:pt x="3869690" y="2067560"/>
                    <a:pt x="4003040" y="2066290"/>
                    <a:pt x="4203700" y="2059940"/>
                  </a:cubicBezTo>
                  <a:cubicBezTo>
                    <a:pt x="4500880" y="2049780"/>
                    <a:pt x="4907280" y="2014220"/>
                    <a:pt x="5307330" y="1993900"/>
                  </a:cubicBezTo>
                  <a:cubicBezTo>
                    <a:pt x="5783580" y="1969770"/>
                    <a:pt x="6663690" y="1915160"/>
                    <a:pt x="6871970" y="1925320"/>
                  </a:cubicBezTo>
                  <a:cubicBezTo>
                    <a:pt x="6925310" y="1927860"/>
                    <a:pt x="6939280" y="1929130"/>
                    <a:pt x="6969760" y="1939290"/>
                  </a:cubicBezTo>
                  <a:cubicBezTo>
                    <a:pt x="7001510" y="1948180"/>
                    <a:pt x="7031990" y="1964690"/>
                    <a:pt x="7058660" y="1983740"/>
                  </a:cubicBezTo>
                  <a:cubicBezTo>
                    <a:pt x="7084060" y="2002790"/>
                    <a:pt x="7109460" y="2026920"/>
                    <a:pt x="7127240" y="2053590"/>
                  </a:cubicBezTo>
                  <a:cubicBezTo>
                    <a:pt x="7146290" y="2078990"/>
                    <a:pt x="7161530" y="2110740"/>
                    <a:pt x="7171690" y="2141220"/>
                  </a:cubicBezTo>
                  <a:cubicBezTo>
                    <a:pt x="7180580" y="2172970"/>
                    <a:pt x="7185660" y="2207260"/>
                    <a:pt x="7184390" y="2239010"/>
                  </a:cubicBezTo>
                  <a:cubicBezTo>
                    <a:pt x="7183120" y="2272030"/>
                    <a:pt x="7176770" y="2305050"/>
                    <a:pt x="7165340" y="2335530"/>
                  </a:cubicBezTo>
                  <a:cubicBezTo>
                    <a:pt x="7153910" y="2366010"/>
                    <a:pt x="7137400" y="2396490"/>
                    <a:pt x="7117080" y="2421890"/>
                  </a:cubicBezTo>
                  <a:cubicBezTo>
                    <a:pt x="7096760" y="2447290"/>
                    <a:pt x="7070090" y="2470150"/>
                    <a:pt x="7043420" y="2486660"/>
                  </a:cubicBezTo>
                  <a:cubicBezTo>
                    <a:pt x="7015480" y="2504440"/>
                    <a:pt x="6983730" y="2518410"/>
                    <a:pt x="6951980" y="2526030"/>
                  </a:cubicBezTo>
                  <a:cubicBezTo>
                    <a:pt x="6921500" y="2533650"/>
                    <a:pt x="6885940" y="2536190"/>
                    <a:pt x="6854190" y="2533650"/>
                  </a:cubicBezTo>
                  <a:cubicBezTo>
                    <a:pt x="6822440" y="2531110"/>
                    <a:pt x="6788150" y="2522220"/>
                    <a:pt x="6758940" y="2509520"/>
                  </a:cubicBezTo>
                  <a:cubicBezTo>
                    <a:pt x="6728460" y="2496820"/>
                    <a:pt x="6699250" y="2477770"/>
                    <a:pt x="6675120" y="2456180"/>
                  </a:cubicBezTo>
                  <a:cubicBezTo>
                    <a:pt x="6652260" y="2434590"/>
                    <a:pt x="6630670" y="2407920"/>
                    <a:pt x="6614160" y="2378710"/>
                  </a:cubicBezTo>
                  <a:cubicBezTo>
                    <a:pt x="6598920" y="2350770"/>
                    <a:pt x="6586220" y="2317750"/>
                    <a:pt x="6581140" y="2286000"/>
                  </a:cubicBezTo>
                  <a:cubicBezTo>
                    <a:pt x="6574790" y="2254250"/>
                    <a:pt x="6573520" y="2219960"/>
                    <a:pt x="6578600" y="2188210"/>
                  </a:cubicBezTo>
                  <a:cubicBezTo>
                    <a:pt x="6582410" y="2155190"/>
                    <a:pt x="6592570" y="2122170"/>
                    <a:pt x="6607810" y="2094230"/>
                  </a:cubicBezTo>
                  <a:cubicBezTo>
                    <a:pt x="6621780" y="2065020"/>
                    <a:pt x="6642100" y="2037080"/>
                    <a:pt x="6664960" y="2014220"/>
                  </a:cubicBezTo>
                  <a:cubicBezTo>
                    <a:pt x="6687820" y="1991360"/>
                    <a:pt x="6715760" y="1971040"/>
                    <a:pt x="6744970" y="1957070"/>
                  </a:cubicBezTo>
                  <a:cubicBezTo>
                    <a:pt x="6774180" y="1941830"/>
                    <a:pt x="6807200" y="1932940"/>
                    <a:pt x="6840220" y="1927860"/>
                  </a:cubicBezTo>
                  <a:cubicBezTo>
                    <a:pt x="6871970" y="1924050"/>
                    <a:pt x="6906260" y="1925320"/>
                    <a:pt x="6938010" y="1931670"/>
                  </a:cubicBezTo>
                  <a:cubicBezTo>
                    <a:pt x="6969760" y="1936750"/>
                    <a:pt x="7002780" y="1949450"/>
                    <a:pt x="7030720" y="1965960"/>
                  </a:cubicBezTo>
                  <a:cubicBezTo>
                    <a:pt x="7058660" y="1981200"/>
                    <a:pt x="7085330" y="2002790"/>
                    <a:pt x="7106920" y="2026920"/>
                  </a:cubicBezTo>
                  <a:cubicBezTo>
                    <a:pt x="7128510" y="2051050"/>
                    <a:pt x="7147560" y="2080260"/>
                    <a:pt x="7160260" y="2110740"/>
                  </a:cubicBezTo>
                  <a:cubicBezTo>
                    <a:pt x="7172960" y="2139950"/>
                    <a:pt x="7180580" y="2174240"/>
                    <a:pt x="7183120" y="2205990"/>
                  </a:cubicBezTo>
                  <a:cubicBezTo>
                    <a:pt x="7185660" y="2239010"/>
                    <a:pt x="7183120" y="2273300"/>
                    <a:pt x="7175500" y="2305050"/>
                  </a:cubicBezTo>
                  <a:cubicBezTo>
                    <a:pt x="7167880" y="2335530"/>
                    <a:pt x="7153910" y="2367280"/>
                    <a:pt x="7136130" y="2395220"/>
                  </a:cubicBezTo>
                  <a:cubicBezTo>
                    <a:pt x="7118350" y="2421890"/>
                    <a:pt x="7095490" y="2447290"/>
                    <a:pt x="7070090" y="2467610"/>
                  </a:cubicBezTo>
                  <a:cubicBezTo>
                    <a:pt x="7044690" y="2487930"/>
                    <a:pt x="7014210" y="2505710"/>
                    <a:pt x="6983730" y="2515870"/>
                  </a:cubicBezTo>
                  <a:cubicBezTo>
                    <a:pt x="6953250" y="2527300"/>
                    <a:pt x="6936740" y="2529840"/>
                    <a:pt x="6887210" y="2534920"/>
                  </a:cubicBezTo>
                  <a:cubicBezTo>
                    <a:pt x="6732270" y="2550160"/>
                    <a:pt x="6286500" y="2527300"/>
                    <a:pt x="5918200" y="2542540"/>
                  </a:cubicBezTo>
                  <a:cubicBezTo>
                    <a:pt x="5430520" y="2564130"/>
                    <a:pt x="4625340" y="2649220"/>
                    <a:pt x="4215130" y="2670810"/>
                  </a:cubicBezTo>
                  <a:cubicBezTo>
                    <a:pt x="3985260" y="2683510"/>
                    <a:pt x="3858260" y="2686050"/>
                    <a:pt x="3674110" y="2687320"/>
                  </a:cubicBezTo>
                  <a:cubicBezTo>
                    <a:pt x="3479800" y="2689860"/>
                    <a:pt x="3274060" y="2687320"/>
                    <a:pt x="3077210" y="2679700"/>
                  </a:cubicBezTo>
                  <a:cubicBezTo>
                    <a:pt x="2884170" y="2673350"/>
                    <a:pt x="2678430" y="2661920"/>
                    <a:pt x="2505710" y="2645410"/>
                  </a:cubicBezTo>
                  <a:cubicBezTo>
                    <a:pt x="2360930" y="2631440"/>
                    <a:pt x="2249170" y="2620010"/>
                    <a:pt x="2106930" y="2594610"/>
                  </a:cubicBezTo>
                  <a:cubicBezTo>
                    <a:pt x="1943100" y="2565400"/>
                    <a:pt x="1742440" y="2533650"/>
                    <a:pt x="1578610" y="2475230"/>
                  </a:cubicBezTo>
                  <a:cubicBezTo>
                    <a:pt x="1422400" y="2419350"/>
                    <a:pt x="1266190" y="2344420"/>
                    <a:pt x="1141730" y="2256790"/>
                  </a:cubicBezTo>
                  <a:cubicBezTo>
                    <a:pt x="1032510" y="2180590"/>
                    <a:pt x="953770" y="2091690"/>
                    <a:pt x="862330" y="1993900"/>
                  </a:cubicBezTo>
                  <a:cubicBezTo>
                    <a:pt x="763270" y="1885950"/>
                    <a:pt x="662940" y="1766570"/>
                    <a:pt x="571500" y="1635760"/>
                  </a:cubicBezTo>
                  <a:cubicBezTo>
                    <a:pt x="471170" y="1492250"/>
                    <a:pt x="364490" y="1306830"/>
                    <a:pt x="292100" y="1163320"/>
                  </a:cubicBezTo>
                  <a:cubicBezTo>
                    <a:pt x="234950" y="1050290"/>
                    <a:pt x="201930" y="969010"/>
                    <a:pt x="158750" y="852170"/>
                  </a:cubicBezTo>
                  <a:cubicBezTo>
                    <a:pt x="106680" y="708660"/>
                    <a:pt x="17780" y="457200"/>
                    <a:pt x="5080" y="361950"/>
                  </a:cubicBezTo>
                  <a:cubicBezTo>
                    <a:pt x="0" y="323850"/>
                    <a:pt x="5080" y="307340"/>
                    <a:pt x="8890" y="280670"/>
                  </a:cubicBezTo>
                  <a:cubicBezTo>
                    <a:pt x="13970" y="254000"/>
                    <a:pt x="21590" y="227330"/>
                    <a:pt x="33020" y="203200"/>
                  </a:cubicBezTo>
                  <a:cubicBezTo>
                    <a:pt x="43180" y="177800"/>
                    <a:pt x="58420" y="153670"/>
                    <a:pt x="74930" y="133350"/>
                  </a:cubicBezTo>
                  <a:cubicBezTo>
                    <a:pt x="90170" y="111760"/>
                    <a:pt x="110490" y="91440"/>
                    <a:pt x="130810" y="74930"/>
                  </a:cubicBezTo>
                  <a:cubicBezTo>
                    <a:pt x="152400" y="58420"/>
                    <a:pt x="176530" y="43180"/>
                    <a:pt x="200660" y="31750"/>
                  </a:cubicBezTo>
                  <a:cubicBezTo>
                    <a:pt x="224790" y="20320"/>
                    <a:pt x="251460" y="12700"/>
                    <a:pt x="278130" y="7620"/>
                  </a:cubicBezTo>
                  <a:cubicBezTo>
                    <a:pt x="303530" y="2540"/>
                    <a:pt x="331470" y="0"/>
                    <a:pt x="358140" y="1270"/>
                  </a:cubicBezTo>
                  <a:cubicBezTo>
                    <a:pt x="386080" y="2540"/>
                    <a:pt x="412750" y="7620"/>
                    <a:pt x="439420" y="15240"/>
                  </a:cubicBezTo>
                  <a:cubicBezTo>
                    <a:pt x="464820" y="22860"/>
                    <a:pt x="490220" y="34290"/>
                    <a:pt x="513080" y="48260"/>
                  </a:cubicBezTo>
                  <a:cubicBezTo>
                    <a:pt x="535940" y="62230"/>
                    <a:pt x="558800" y="78740"/>
                    <a:pt x="577850" y="97790"/>
                  </a:cubicBezTo>
                  <a:cubicBezTo>
                    <a:pt x="596900" y="116840"/>
                    <a:pt x="614680" y="138430"/>
                    <a:pt x="628650" y="161290"/>
                  </a:cubicBezTo>
                  <a:cubicBezTo>
                    <a:pt x="642620" y="184150"/>
                    <a:pt x="662940" y="234950"/>
                    <a:pt x="662940" y="234950"/>
                  </a:cubicBezTo>
                </a:path>
              </a:pathLst>
            </a:custGeom>
            <a:solidFill>
              <a:srgbClr val="FFBB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256</Words>
  <Application>Microsoft Macintosh PowerPoint</Application>
  <PresentationFormat>Произвольный</PresentationFormat>
  <Paragraphs>59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9" baseType="lpstr">
      <vt:lpstr>Calibri</vt:lpstr>
      <vt:lpstr>Poppins</vt:lpstr>
      <vt:lpstr>Garet Bold</vt:lpstr>
      <vt:lpstr>Garet</vt:lpstr>
      <vt:lpstr>Telegraf Heavy</vt:lpstr>
      <vt:lpstr>Poppins Bold</vt:lpstr>
      <vt:lpstr>Arial</vt:lpstr>
      <vt:lpstr>Garet Italics</vt:lpstr>
      <vt:lpstr>Telegraf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White Modern Pitch Deck Presentation</dc:title>
  <cp:lastModifiedBy>Mikita Kutsenka</cp:lastModifiedBy>
  <cp:revision>8</cp:revision>
  <dcterms:created xsi:type="dcterms:W3CDTF">2006-08-16T00:00:00Z</dcterms:created>
  <dcterms:modified xsi:type="dcterms:W3CDTF">2025-11-16T10:07:04Z</dcterms:modified>
  <dc:identifier>DAG4w1FW1FM</dc:identifier>
</cp:coreProperties>
</file>